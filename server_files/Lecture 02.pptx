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1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96562E-FC90-460D-B432-EDF507B69CEE}" v="28" dt="2024-09-12T18:25:21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937" autoAdjust="0"/>
  </p:normalViewPr>
  <p:slideViewPr>
    <p:cSldViewPr snapToGrid="0">
      <p:cViewPr>
        <p:scale>
          <a:sx n="44" d="100"/>
          <a:sy n="44" d="100"/>
        </p:scale>
        <p:origin x="15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i Wijesuriya" userId="5f7ddfb4-067b-4538-8d7c-0b19b3d524d7" providerId="ADAL" clId="{C796562E-FC90-460D-B432-EDF507B69CEE}"/>
    <pc:docChg chg="undo custSel addSld delSld modSld">
      <pc:chgData name="Roshani Wijesuriya" userId="5f7ddfb4-067b-4538-8d7c-0b19b3d524d7" providerId="ADAL" clId="{C796562E-FC90-460D-B432-EDF507B69CEE}" dt="2024-09-26T06:43:58.580" v="579" actId="2696"/>
      <pc:docMkLst>
        <pc:docMk/>
      </pc:docMkLst>
      <pc:sldChg chg="addSp delSp modSp mod setBg addAnim">
        <pc:chgData name="Roshani Wijesuriya" userId="5f7ddfb4-067b-4538-8d7c-0b19b3d524d7" providerId="ADAL" clId="{C796562E-FC90-460D-B432-EDF507B69CEE}" dt="2024-09-12T17:34:48.459" v="127" actId="14100"/>
        <pc:sldMkLst>
          <pc:docMk/>
          <pc:sldMk cId="1179424759" sldId="256"/>
        </pc:sldMkLst>
        <pc:spChg chg="mod">
          <ac:chgData name="Roshani Wijesuriya" userId="5f7ddfb4-067b-4538-8d7c-0b19b3d524d7" providerId="ADAL" clId="{C796562E-FC90-460D-B432-EDF507B69CEE}" dt="2024-09-12T17:34:48.459" v="127" actId="14100"/>
          <ac:spMkLst>
            <pc:docMk/>
            <pc:sldMk cId="1179424759" sldId="256"/>
            <ac:spMk id="2" creationId="{DCFDF915-98B8-B274-D4A2-CF777E325EDD}"/>
          </ac:spMkLst>
        </pc:spChg>
        <pc:spChg chg="add del">
          <ac:chgData name="Roshani Wijesuriya" userId="5f7ddfb4-067b-4538-8d7c-0b19b3d524d7" providerId="ADAL" clId="{C796562E-FC90-460D-B432-EDF507B69CEE}" dt="2024-09-12T17:19:55.305" v="100" actId="26606"/>
          <ac:spMkLst>
            <pc:docMk/>
            <pc:sldMk cId="1179424759" sldId="256"/>
            <ac:spMk id="8" creationId="{F609FF9A-4FCE-468E-A86A-C9AB525EAE71}"/>
          </ac:spMkLst>
        </pc:spChg>
        <pc:spChg chg="add del">
          <ac:chgData name="Roshani Wijesuriya" userId="5f7ddfb4-067b-4538-8d7c-0b19b3d524d7" providerId="ADAL" clId="{C796562E-FC90-460D-B432-EDF507B69CEE}" dt="2024-09-12T17:19:55.305" v="100" actId="26606"/>
          <ac:spMkLst>
            <pc:docMk/>
            <pc:sldMk cId="1179424759" sldId="256"/>
            <ac:spMk id="10" creationId="{021E12D4-3A88-428D-8E5E-AF1AFD923D63}"/>
          </ac:spMkLst>
        </pc:spChg>
        <pc:spChg chg="add">
          <ac:chgData name="Roshani Wijesuriya" userId="5f7ddfb4-067b-4538-8d7c-0b19b3d524d7" providerId="ADAL" clId="{C796562E-FC90-460D-B432-EDF507B69CEE}" dt="2024-09-12T17:19:55.305" v="100" actId="26606"/>
          <ac:spMkLst>
            <pc:docMk/>
            <pc:sldMk cId="1179424759" sldId="256"/>
            <ac:spMk id="15" creationId="{E91DC736-0EF8-4F87-9146-EBF1D2EE4D3D}"/>
          </ac:spMkLst>
        </pc:spChg>
        <pc:spChg chg="add">
          <ac:chgData name="Roshani Wijesuriya" userId="5f7ddfb4-067b-4538-8d7c-0b19b3d524d7" providerId="ADAL" clId="{C796562E-FC90-460D-B432-EDF507B69CEE}" dt="2024-09-12T17:19:55.305" v="100" actId="26606"/>
          <ac:spMkLst>
            <pc:docMk/>
            <pc:sldMk cId="1179424759" sldId="256"/>
            <ac:spMk id="17" creationId="{097CD68E-23E3-4007-8847-CD0944C4F7BE}"/>
          </ac:spMkLst>
        </pc:spChg>
        <pc:spChg chg="add">
          <ac:chgData name="Roshani Wijesuriya" userId="5f7ddfb4-067b-4538-8d7c-0b19b3d524d7" providerId="ADAL" clId="{C796562E-FC90-460D-B432-EDF507B69CEE}" dt="2024-09-12T17:19:55.305" v="100" actId="26606"/>
          <ac:spMkLst>
            <pc:docMk/>
            <pc:sldMk cId="1179424759" sldId="256"/>
            <ac:spMk id="19" creationId="{AF2F604E-43BE-4DC3-B983-E071523364F8}"/>
          </ac:spMkLst>
        </pc:spChg>
        <pc:spChg chg="add">
          <ac:chgData name="Roshani Wijesuriya" userId="5f7ddfb4-067b-4538-8d7c-0b19b3d524d7" providerId="ADAL" clId="{C796562E-FC90-460D-B432-EDF507B69CEE}" dt="2024-09-12T17:19:55.305" v="100" actId="26606"/>
          <ac:spMkLst>
            <pc:docMk/>
            <pc:sldMk cId="1179424759" sldId="256"/>
            <ac:spMk id="21" creationId="{08C9B587-E65E-4B52-B37C-ABEBB6E87928}"/>
          </ac:spMkLst>
        </pc:spChg>
        <pc:picChg chg="add mod">
          <ac:chgData name="Roshani Wijesuriya" userId="5f7ddfb4-067b-4538-8d7c-0b19b3d524d7" providerId="ADAL" clId="{C796562E-FC90-460D-B432-EDF507B69CEE}" dt="2024-09-12T17:19:55.305" v="100" actId="26606"/>
          <ac:picMkLst>
            <pc:docMk/>
            <pc:sldMk cId="1179424759" sldId="256"/>
            <ac:picMk id="4" creationId="{149C4D5C-C488-29E5-5ED0-C5732D1B981A}"/>
          </ac:picMkLst>
        </pc:picChg>
      </pc:sldChg>
      <pc:sldChg chg="addSp delSp modSp mod setBg modNotesTx">
        <pc:chgData name="Roshani Wijesuriya" userId="5f7ddfb4-067b-4538-8d7c-0b19b3d524d7" providerId="ADAL" clId="{C796562E-FC90-460D-B432-EDF507B69CEE}" dt="2024-09-13T04:28:13.354" v="511" actId="20577"/>
        <pc:sldMkLst>
          <pc:docMk/>
          <pc:sldMk cId="2723421169" sldId="257"/>
        </pc:sldMkLst>
        <pc:spChg chg="mod">
          <ac:chgData name="Roshani Wijesuriya" userId="5f7ddfb4-067b-4538-8d7c-0b19b3d524d7" providerId="ADAL" clId="{C796562E-FC90-460D-B432-EDF507B69CEE}" dt="2024-09-12T17:25:31.328" v="109" actId="26606"/>
          <ac:spMkLst>
            <pc:docMk/>
            <pc:sldMk cId="2723421169" sldId="257"/>
            <ac:spMk id="2" creationId="{A46EAFB4-0A81-17C3-5BCE-FCA6AB5C1555}"/>
          </ac:spMkLst>
        </pc:spChg>
        <pc:spChg chg="mod">
          <ac:chgData name="Roshani Wijesuriya" userId="5f7ddfb4-067b-4538-8d7c-0b19b3d524d7" providerId="ADAL" clId="{C796562E-FC90-460D-B432-EDF507B69CEE}" dt="2024-09-12T17:45:47.820" v="200" actId="404"/>
          <ac:spMkLst>
            <pc:docMk/>
            <pc:sldMk cId="2723421169" sldId="257"/>
            <ac:spMk id="3" creationId="{031E1115-B5F8-9396-41E4-5EE598B1B443}"/>
          </ac:spMkLst>
        </pc:spChg>
        <pc:spChg chg="add">
          <ac:chgData name="Roshani Wijesuriya" userId="5f7ddfb4-067b-4538-8d7c-0b19b3d524d7" providerId="ADAL" clId="{C796562E-FC90-460D-B432-EDF507B69CEE}" dt="2024-09-12T18:06:24.883" v="232"/>
          <ac:spMkLst>
            <pc:docMk/>
            <pc:sldMk cId="2723421169" sldId="257"/>
            <ac:spMk id="4" creationId="{2B11021A-5B2D-0760-C383-B2526F312476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8" creationId="{09588DA8-065E-4F6F-8EFD-43104AB2E0CF}"/>
          </ac:spMkLst>
        </pc:spChg>
        <pc:spChg chg="add del">
          <ac:chgData name="Roshani Wijesuriya" userId="5f7ddfb4-067b-4538-8d7c-0b19b3d524d7" providerId="ADAL" clId="{C796562E-FC90-460D-B432-EDF507B69CEE}" dt="2024-09-12T17:08:40.978" v="77" actId="26606"/>
          <ac:spMkLst>
            <pc:docMk/>
            <pc:sldMk cId="2723421169" sldId="257"/>
            <ac:spMk id="9" creationId="{7C432AFE-B3D2-4BFF-BF8F-96C27AFF1AC7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10" creationId="{C4285719-470E-454C-AF62-8323075F1F5B}"/>
          </ac:spMkLst>
        </pc:spChg>
        <pc:spChg chg="add del">
          <ac:chgData name="Roshani Wijesuriya" userId="5f7ddfb4-067b-4538-8d7c-0b19b3d524d7" providerId="ADAL" clId="{C796562E-FC90-460D-B432-EDF507B69CEE}" dt="2024-09-12T17:08:40.978" v="77" actId="26606"/>
          <ac:spMkLst>
            <pc:docMk/>
            <pc:sldMk cId="2723421169" sldId="257"/>
            <ac:spMk id="11" creationId="{AF2F604E-43BE-4DC3-B983-E071523364F8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12" creationId="{CD9FE4EF-C4D8-49A0-B2FF-81D8DB7D8A24}"/>
          </ac:spMkLst>
        </pc:spChg>
        <pc:spChg chg="add del">
          <ac:chgData name="Roshani Wijesuriya" userId="5f7ddfb4-067b-4538-8d7c-0b19b3d524d7" providerId="ADAL" clId="{C796562E-FC90-460D-B432-EDF507B69CEE}" dt="2024-09-12T17:08:40.978" v="77" actId="26606"/>
          <ac:spMkLst>
            <pc:docMk/>
            <pc:sldMk cId="2723421169" sldId="257"/>
            <ac:spMk id="13" creationId="{08C9B587-E65E-4B52-B37C-ABEBB6E87928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14" creationId="{4300840D-0A0B-4512-BACA-B439D5B9C57C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16" creationId="{D2B78728-A580-49A7-84F9-6EF6F583ADE0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18" creationId="{38FAA1A1-D861-433F-88FA-1E9D6FD31D11}"/>
          </ac:spMkLst>
        </pc:spChg>
        <pc:spChg chg="add del">
          <ac:chgData name="Roshani Wijesuriya" userId="5f7ddfb4-067b-4538-8d7c-0b19b3d524d7" providerId="ADAL" clId="{C796562E-FC90-460D-B432-EDF507B69CEE}" dt="2024-09-12T17:12:25.212" v="79" actId="26606"/>
          <ac:spMkLst>
            <pc:docMk/>
            <pc:sldMk cId="2723421169" sldId="257"/>
            <ac:spMk id="20" creationId="{8D71EDA1-87BF-4D5D-AB79-F346FD19278A}"/>
          </ac:spMkLst>
        </pc:spChg>
        <pc:spChg chg="add del">
          <ac:chgData name="Roshani Wijesuriya" userId="5f7ddfb4-067b-4538-8d7c-0b19b3d524d7" providerId="ADAL" clId="{C796562E-FC90-460D-B432-EDF507B69CEE}" dt="2024-09-12T17:13:12.120" v="80" actId="26606"/>
          <ac:spMkLst>
            <pc:docMk/>
            <pc:sldMk cId="2723421169" sldId="257"/>
            <ac:spMk id="25" creationId="{70DFC902-7D23-471A-B557-B6B6917D7A0D}"/>
          </ac:spMkLst>
        </pc:spChg>
        <pc:spChg chg="add del">
          <ac:chgData name="Roshani Wijesuriya" userId="5f7ddfb4-067b-4538-8d7c-0b19b3d524d7" providerId="ADAL" clId="{C796562E-FC90-460D-B432-EDF507B69CEE}" dt="2024-09-12T17:13:12.120" v="80" actId="26606"/>
          <ac:spMkLst>
            <pc:docMk/>
            <pc:sldMk cId="2723421169" sldId="257"/>
            <ac:spMk id="27" creationId="{A55D5633-D557-4DCA-982C-FF36EB7A1C00}"/>
          </ac:spMkLst>
        </pc:spChg>
        <pc:spChg chg="add del">
          <ac:chgData name="Roshani Wijesuriya" userId="5f7ddfb4-067b-4538-8d7c-0b19b3d524d7" providerId="ADAL" clId="{C796562E-FC90-460D-B432-EDF507B69CEE}" dt="2024-09-12T17:13:12.120" v="80" actId="26606"/>
          <ac:spMkLst>
            <pc:docMk/>
            <pc:sldMk cId="2723421169" sldId="257"/>
            <ac:spMk id="29" creationId="{450D3AD2-FA80-415F-A9CE-54D884561CD7}"/>
          </ac:spMkLst>
        </pc:spChg>
        <pc:spChg chg="add del">
          <ac:chgData name="Roshani Wijesuriya" userId="5f7ddfb4-067b-4538-8d7c-0b19b3d524d7" providerId="ADAL" clId="{C796562E-FC90-460D-B432-EDF507B69CEE}" dt="2024-09-12T17:25:31.328" v="109" actId="26606"/>
          <ac:spMkLst>
            <pc:docMk/>
            <pc:sldMk cId="2723421169" sldId="257"/>
            <ac:spMk id="34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25:31.328" v="109" actId="26606"/>
          <ac:spMkLst>
            <pc:docMk/>
            <pc:sldMk cId="2723421169" sldId="257"/>
            <ac:spMk id="41" creationId="{D5B0017B-2ECA-49AF-B397-DC140825DF8D}"/>
          </ac:spMkLst>
        </pc:spChg>
        <pc:spChg chg="add">
          <ac:chgData name="Roshani Wijesuriya" userId="5f7ddfb4-067b-4538-8d7c-0b19b3d524d7" providerId="ADAL" clId="{C796562E-FC90-460D-B432-EDF507B69CEE}" dt="2024-09-12T17:25:31.328" v="109" actId="26606"/>
          <ac:spMkLst>
            <pc:docMk/>
            <pc:sldMk cId="2723421169" sldId="257"/>
            <ac:spMk id="49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25:31.328" v="109" actId="26606"/>
          <ac:grpSpMkLst>
            <pc:docMk/>
            <pc:sldMk cId="2723421169" sldId="257"/>
            <ac:grpSpMk id="36" creationId="{AE1C45F0-260A-458C-96ED-C1F6D2151219}"/>
          </ac:grpSpMkLst>
        </pc:grpChg>
        <pc:picChg chg="add del">
          <ac:chgData name="Roshani Wijesuriya" userId="5f7ddfb4-067b-4538-8d7c-0b19b3d524d7" providerId="ADAL" clId="{C796562E-FC90-460D-B432-EDF507B69CEE}" dt="2024-09-12T17:08:40.978" v="77" actId="26606"/>
          <ac:picMkLst>
            <pc:docMk/>
            <pc:sldMk cId="2723421169" sldId="257"/>
            <ac:picMk id="5" creationId="{6C4C9F18-97F2-EA47-D0B5-E3F1740170AA}"/>
          </ac:picMkLst>
        </pc:picChg>
        <pc:picChg chg="add del mod">
          <ac:chgData name="Roshani Wijesuriya" userId="5f7ddfb4-067b-4538-8d7c-0b19b3d524d7" providerId="ADAL" clId="{C796562E-FC90-460D-B432-EDF507B69CEE}" dt="2024-09-12T18:06:48.793" v="237" actId="478"/>
          <ac:picMkLst>
            <pc:docMk/>
            <pc:sldMk cId="2723421169" sldId="257"/>
            <ac:picMk id="6" creationId="{818CF485-A731-B5F5-F561-C7FCAFB5C6DD}"/>
          </ac:picMkLst>
        </pc:picChg>
        <pc:picChg chg="add">
          <ac:chgData name="Roshani Wijesuriya" userId="5f7ddfb4-067b-4538-8d7c-0b19b3d524d7" providerId="ADAL" clId="{C796562E-FC90-460D-B432-EDF507B69CEE}" dt="2024-09-12T17:25:31.328" v="109" actId="26606"/>
          <ac:picMkLst>
            <pc:docMk/>
            <pc:sldMk cId="2723421169" sldId="257"/>
            <ac:picMk id="45" creationId="{FBB46F2B-57B8-1B4D-95DE-769D4DA8D647}"/>
          </ac:picMkLst>
        </pc:picChg>
        <pc:cxnChg chg="add del">
          <ac:chgData name="Roshani Wijesuriya" userId="5f7ddfb4-067b-4538-8d7c-0b19b3d524d7" providerId="ADAL" clId="{C796562E-FC90-460D-B432-EDF507B69CEE}" dt="2024-09-12T17:25:31.328" v="109" actId="26606"/>
          <ac:cxnSpMkLst>
            <pc:docMk/>
            <pc:sldMk cId="2723421169" sldId="257"/>
            <ac:cxnSpMk id="43" creationId="{6CF1BAF6-AD41-4082-B212-8A1F9A2E8779}"/>
          </ac:cxnSpMkLst>
        </pc:cxnChg>
      </pc:sldChg>
      <pc:sldChg chg="addSp delSp modSp mod setBg setClrOvrMap">
        <pc:chgData name="Roshani Wijesuriya" userId="5f7ddfb4-067b-4538-8d7c-0b19b3d524d7" providerId="ADAL" clId="{C796562E-FC90-460D-B432-EDF507B69CEE}" dt="2024-09-12T17:47:46.679" v="212" actId="27636"/>
        <pc:sldMkLst>
          <pc:docMk/>
          <pc:sldMk cId="2760595770" sldId="258"/>
        </pc:sldMkLst>
        <pc:spChg chg="mod">
          <ac:chgData name="Roshani Wijesuriya" userId="5f7ddfb4-067b-4538-8d7c-0b19b3d524d7" providerId="ADAL" clId="{C796562E-FC90-460D-B432-EDF507B69CEE}" dt="2024-09-12T17:46:57.989" v="210" actId="14100"/>
          <ac:spMkLst>
            <pc:docMk/>
            <pc:sldMk cId="2760595770" sldId="258"/>
            <ac:spMk id="2" creationId="{95A9608A-795D-B5B3-0D8D-DF0439945416}"/>
          </ac:spMkLst>
        </pc:spChg>
        <pc:spChg chg="add del mod">
          <ac:chgData name="Roshani Wijesuriya" userId="5f7ddfb4-067b-4538-8d7c-0b19b3d524d7" providerId="ADAL" clId="{C796562E-FC90-460D-B432-EDF507B69CEE}" dt="2024-09-12T17:47:46.679" v="212" actId="27636"/>
          <ac:spMkLst>
            <pc:docMk/>
            <pc:sldMk cId="2760595770" sldId="258"/>
            <ac:spMk id="3" creationId="{41A39B9C-29D6-7091-B7F4-64E2F3A89F3B}"/>
          </ac:spMkLst>
        </pc:spChg>
        <pc:spChg chg="add del">
          <ac:chgData name="Roshani Wijesuriya" userId="5f7ddfb4-067b-4538-8d7c-0b19b3d524d7" providerId="ADAL" clId="{C796562E-FC90-460D-B432-EDF507B69CEE}" dt="2024-09-12T17:26:22.828" v="110" actId="26606"/>
          <ac:spMkLst>
            <pc:docMk/>
            <pc:sldMk cId="2760595770" sldId="258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26:22.828" v="110" actId="26606"/>
          <ac:spMkLst>
            <pc:docMk/>
            <pc:sldMk cId="2760595770" sldId="258"/>
            <ac:spMk id="15" creationId="{D5B0017B-2ECA-49AF-B397-DC140825DF8D}"/>
          </ac:spMkLst>
        </pc:spChg>
        <pc:spChg chg="add">
          <ac:chgData name="Roshani Wijesuriya" userId="5f7ddfb4-067b-4538-8d7c-0b19b3d524d7" providerId="ADAL" clId="{C796562E-FC90-460D-B432-EDF507B69CEE}" dt="2024-09-12T17:26:22.828" v="110" actId="26606"/>
          <ac:spMkLst>
            <pc:docMk/>
            <pc:sldMk cId="2760595770" sldId="258"/>
            <ac:spMk id="23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7:25:19.762" v="108" actId="26606"/>
          <ac:spMkLst>
            <pc:docMk/>
            <pc:sldMk cId="2760595770" sldId="258"/>
            <ac:spMk id="24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7:25:18.399" v="107" actId="26606"/>
          <ac:spMkLst>
            <pc:docMk/>
            <pc:sldMk cId="2760595770" sldId="258"/>
            <ac:spMk id="26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7:23:21.711" v="103" actId="26606"/>
          <ac:spMkLst>
            <pc:docMk/>
            <pc:sldMk cId="2760595770" sldId="258"/>
            <ac:spMk id="29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26:22.828" v="110" actId="26606"/>
          <ac:grpSpMkLst>
            <pc:docMk/>
            <pc:sldMk cId="2760595770" sldId="258"/>
            <ac:grpSpMk id="10" creationId="{AE1C45F0-260A-458C-96ED-C1F6D2151219}"/>
          </ac:grpSpMkLst>
        </pc:grpChg>
        <pc:graphicFrameChg chg="add del mod modGraphic">
          <ac:chgData name="Roshani Wijesuriya" userId="5f7ddfb4-067b-4538-8d7c-0b19b3d524d7" providerId="ADAL" clId="{C796562E-FC90-460D-B432-EDF507B69CEE}" dt="2024-09-12T17:25:19.762" v="108" actId="26606"/>
          <ac:graphicFrameMkLst>
            <pc:docMk/>
            <pc:sldMk cId="2760595770" sldId="258"/>
            <ac:graphicFrameMk id="19" creationId="{DEDE5F68-A845-1F7C-EDFF-B60A7354798F}"/>
          </ac:graphicFrameMkLst>
        </pc:graphicFrameChg>
        <pc:picChg chg="add del mod">
          <ac:chgData name="Roshani Wijesuriya" userId="5f7ddfb4-067b-4538-8d7c-0b19b3d524d7" providerId="ADAL" clId="{C796562E-FC90-460D-B432-EDF507B69CEE}" dt="2024-09-12T17:25:19.762" v="108" actId="26606"/>
          <ac:picMkLst>
            <pc:docMk/>
            <pc:sldMk cId="2760595770" sldId="258"/>
            <ac:picMk id="20" creationId="{676AFA57-54A3-1428-2A15-69647DF2598B}"/>
          </ac:picMkLst>
        </pc:picChg>
        <pc:picChg chg="add mod">
          <ac:chgData name="Roshani Wijesuriya" userId="5f7ddfb4-067b-4538-8d7c-0b19b3d524d7" providerId="ADAL" clId="{C796562E-FC90-460D-B432-EDF507B69CEE}" dt="2024-09-12T17:46:34.029" v="207" actId="1076"/>
          <ac:picMkLst>
            <pc:docMk/>
            <pc:sldMk cId="2760595770" sldId="258"/>
            <ac:picMk id="21" creationId="{E031E8DC-05F6-FAB9-0270-A088498C8EAF}"/>
          </ac:picMkLst>
        </pc:picChg>
        <pc:cxnChg chg="add del">
          <ac:chgData name="Roshani Wijesuriya" userId="5f7ddfb4-067b-4538-8d7c-0b19b3d524d7" providerId="ADAL" clId="{C796562E-FC90-460D-B432-EDF507B69CEE}" dt="2024-09-12T17:26:22.828" v="110" actId="26606"/>
          <ac:cxnSpMkLst>
            <pc:docMk/>
            <pc:sldMk cId="2760595770" sldId="258"/>
            <ac:cxnSpMk id="17" creationId="{6CF1BAF6-AD41-4082-B212-8A1F9A2E8779}"/>
          </ac:cxnSpMkLst>
        </pc:cxnChg>
      </pc:sldChg>
      <pc:sldChg chg="addSp delSp modSp mod setBg">
        <pc:chgData name="Roshani Wijesuriya" userId="5f7ddfb4-067b-4538-8d7c-0b19b3d524d7" providerId="ADAL" clId="{C796562E-FC90-460D-B432-EDF507B69CEE}" dt="2024-09-12T17:48:10.926" v="214" actId="255"/>
        <pc:sldMkLst>
          <pc:docMk/>
          <pc:sldMk cId="3764330562" sldId="259"/>
        </pc:sldMkLst>
        <pc:spChg chg="mod">
          <ac:chgData name="Roshani Wijesuriya" userId="5f7ddfb4-067b-4538-8d7c-0b19b3d524d7" providerId="ADAL" clId="{C796562E-FC90-460D-B432-EDF507B69CEE}" dt="2024-09-12T17:48:10.926" v="214" actId="255"/>
          <ac:spMkLst>
            <pc:docMk/>
            <pc:sldMk cId="3764330562" sldId="259"/>
            <ac:spMk id="3" creationId="{60E8AE73-019D-AC53-DE2E-A7AB3FF911DA}"/>
          </ac:spMkLst>
        </pc:spChg>
        <pc:spChg chg="add del">
          <ac:chgData name="Roshani Wijesuriya" userId="5f7ddfb4-067b-4538-8d7c-0b19b3d524d7" providerId="ADAL" clId="{C796562E-FC90-460D-B432-EDF507B69CEE}" dt="2024-09-12T17:28:44.589" v="114" actId="26606"/>
          <ac:spMkLst>
            <pc:docMk/>
            <pc:sldMk cId="3764330562" sldId="259"/>
            <ac:spMk id="8" creationId="{DBF61EA3-B236-439E-9C0B-340980D56BEE}"/>
          </ac:spMkLst>
        </pc:spChg>
        <pc:spChg chg="add del">
          <ac:chgData name="Roshani Wijesuriya" userId="5f7ddfb4-067b-4538-8d7c-0b19b3d524d7" providerId="ADAL" clId="{C796562E-FC90-460D-B432-EDF507B69CEE}" dt="2024-09-12T17:28:44.589" v="114" actId="26606"/>
          <ac:spMkLst>
            <pc:docMk/>
            <pc:sldMk cId="3764330562" sldId="259"/>
            <ac:spMk id="14" creationId="{E659831F-0D9A-4C63-9EBB-8435B85A440F}"/>
          </ac:spMkLst>
        </pc:spChg>
        <pc:spChg chg="add del">
          <ac:chgData name="Roshani Wijesuriya" userId="5f7ddfb4-067b-4538-8d7c-0b19b3d524d7" providerId="ADAL" clId="{C796562E-FC90-460D-B432-EDF507B69CEE}" dt="2024-09-12T17:45:09.166" v="199" actId="26606"/>
          <ac:spMkLst>
            <pc:docMk/>
            <pc:sldMk cId="3764330562" sldId="259"/>
            <ac:spMk id="20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7:45:09.166" v="199" actId="26606"/>
          <ac:spMkLst>
            <pc:docMk/>
            <pc:sldMk cId="3764330562" sldId="259"/>
            <ac:spMk id="25" creationId="{04812C46-200A-4DEB-A05E-3ED6C68C2387}"/>
          </ac:spMkLst>
        </pc:spChg>
        <pc:spChg chg="add del">
          <ac:chgData name="Roshani Wijesuriya" userId="5f7ddfb4-067b-4538-8d7c-0b19b3d524d7" providerId="ADAL" clId="{C796562E-FC90-460D-B432-EDF507B69CEE}" dt="2024-09-12T17:45:09.166" v="199" actId="26606"/>
          <ac:spMkLst>
            <pc:docMk/>
            <pc:sldMk cId="3764330562" sldId="259"/>
            <ac:spMk id="27" creationId="{D1EA859B-E555-4109-94F3-6700E046E008}"/>
          </ac:spMkLst>
        </pc:spChg>
        <pc:grpChg chg="add del">
          <ac:chgData name="Roshani Wijesuriya" userId="5f7ddfb4-067b-4538-8d7c-0b19b3d524d7" providerId="ADAL" clId="{C796562E-FC90-460D-B432-EDF507B69CEE}" dt="2024-09-12T17:28:44.589" v="114" actId="26606"/>
          <ac:grpSpMkLst>
            <pc:docMk/>
            <pc:sldMk cId="3764330562" sldId="259"/>
            <ac:grpSpMk id="10" creationId="{28FAF094-D087-493F-8DF9-A486C2D6BBAA}"/>
          </ac:grpSpMkLst>
        </pc:grpChg>
        <pc:picChg chg="add mod">
          <ac:chgData name="Roshani Wijesuriya" userId="5f7ddfb4-067b-4538-8d7c-0b19b3d524d7" providerId="ADAL" clId="{C796562E-FC90-460D-B432-EDF507B69CEE}" dt="2024-09-12T17:45:09.166" v="199" actId="26606"/>
          <ac:picMkLst>
            <pc:docMk/>
            <pc:sldMk cId="3764330562" sldId="259"/>
            <ac:picMk id="16" creationId="{C0290F1D-3DB7-CBDD-481D-9C44BE5DDF32}"/>
          </ac:picMkLst>
        </pc:picChg>
      </pc:sldChg>
      <pc:sldChg chg="addSp delSp modSp mod setBg modNotesTx">
        <pc:chgData name="Roshani Wijesuriya" userId="5f7ddfb4-067b-4538-8d7c-0b19b3d524d7" providerId="ADAL" clId="{C796562E-FC90-460D-B432-EDF507B69CEE}" dt="2024-09-13T04:28:25.543" v="513" actId="20577"/>
        <pc:sldMkLst>
          <pc:docMk/>
          <pc:sldMk cId="4132880091" sldId="260"/>
        </pc:sldMkLst>
        <pc:spChg chg="mod">
          <ac:chgData name="Roshani Wijesuriya" userId="5f7ddfb4-067b-4538-8d7c-0b19b3d524d7" providerId="ADAL" clId="{C796562E-FC90-460D-B432-EDF507B69CEE}" dt="2024-09-12T18:25:59.872" v="314" actId="14100"/>
          <ac:spMkLst>
            <pc:docMk/>
            <pc:sldMk cId="4132880091" sldId="260"/>
            <ac:spMk id="2" creationId="{C046D43A-2F22-826F-7E2C-8F843DCD1544}"/>
          </ac:spMkLst>
        </pc:spChg>
        <pc:spChg chg="add del mod">
          <ac:chgData name="Roshani Wijesuriya" userId="5f7ddfb4-067b-4538-8d7c-0b19b3d524d7" providerId="ADAL" clId="{C796562E-FC90-460D-B432-EDF507B69CEE}" dt="2024-09-12T17:28:00.095" v="113" actId="26606"/>
          <ac:spMkLst>
            <pc:docMk/>
            <pc:sldMk cId="4132880091" sldId="260"/>
            <ac:spMk id="3" creationId="{D6E672A5-45E1-2EB1-DB75-AE72F7533E45}"/>
          </ac:spMkLst>
        </pc:spChg>
        <pc:spChg chg="add del">
          <ac:chgData name="Roshani Wijesuriya" userId="5f7ddfb4-067b-4538-8d7c-0b19b3d524d7" providerId="ADAL" clId="{C796562E-FC90-460D-B432-EDF507B69CEE}" dt="2024-09-12T17:28:00.095" v="113" actId="26606"/>
          <ac:spMkLst>
            <pc:docMk/>
            <pc:sldMk cId="4132880091" sldId="260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28:00.095" v="113" actId="26606"/>
          <ac:spMkLst>
            <pc:docMk/>
            <pc:sldMk cId="4132880091" sldId="260"/>
            <ac:spMk id="15" creationId="{D5B0017B-2ECA-49AF-B397-DC140825DF8D}"/>
          </ac:spMkLst>
        </pc:spChg>
        <pc:spChg chg="add del">
          <ac:chgData name="Roshani Wijesuriya" userId="5f7ddfb4-067b-4538-8d7c-0b19b3d524d7" providerId="ADAL" clId="{C796562E-FC90-460D-B432-EDF507B69CEE}" dt="2024-09-12T18:25:28.263" v="306" actId="26606"/>
          <ac:spMkLst>
            <pc:docMk/>
            <pc:sldMk cId="4132880091" sldId="260"/>
            <ac:spMk id="23" creationId="{257363FD-7E77-4145-9483-331A807ADF0E}"/>
          </ac:spMkLst>
        </pc:spChg>
        <pc:spChg chg="add del">
          <ac:chgData name="Roshani Wijesuriya" userId="5f7ddfb4-067b-4538-8d7c-0b19b3d524d7" providerId="ADAL" clId="{C796562E-FC90-460D-B432-EDF507B69CEE}" dt="2024-09-12T17:28:00.084" v="112" actId="26606"/>
          <ac:spMkLst>
            <pc:docMk/>
            <pc:sldMk cId="4132880091" sldId="260"/>
            <ac:spMk id="24" creationId="{B50AB553-2A96-4A92-96F2-93548E096954}"/>
          </ac:spMkLst>
        </pc:spChg>
        <pc:spChg chg="add mod">
          <ac:chgData name="Roshani Wijesuriya" userId="5f7ddfb4-067b-4538-8d7c-0b19b3d524d7" providerId="ADAL" clId="{C796562E-FC90-460D-B432-EDF507B69CEE}" dt="2024-09-12T18:26:07.359" v="319" actId="27636"/>
          <ac:spMkLst>
            <pc:docMk/>
            <pc:sldMk cId="4132880091" sldId="260"/>
            <ac:spMk id="27" creationId="{D6E672A5-45E1-2EB1-DB75-AE72F7533E45}"/>
          </ac:spMkLst>
        </pc:spChg>
        <pc:grpChg chg="add del">
          <ac:chgData name="Roshani Wijesuriya" userId="5f7ddfb4-067b-4538-8d7c-0b19b3d524d7" providerId="ADAL" clId="{C796562E-FC90-460D-B432-EDF507B69CEE}" dt="2024-09-12T17:28:00.095" v="113" actId="26606"/>
          <ac:grpSpMkLst>
            <pc:docMk/>
            <pc:sldMk cId="4132880091" sldId="260"/>
            <ac:grpSpMk id="10" creationId="{AE1C45F0-260A-458C-96ED-C1F6D2151219}"/>
          </ac:grpSpMkLst>
        </pc:grpChg>
        <pc:grpChg chg="add del">
          <ac:chgData name="Roshani Wijesuriya" userId="5f7ddfb4-067b-4538-8d7c-0b19b3d524d7" providerId="ADAL" clId="{C796562E-FC90-460D-B432-EDF507B69CEE}" dt="2024-09-12T18:25:34.882" v="308" actId="26606"/>
          <ac:grpSpMkLst>
            <pc:docMk/>
            <pc:sldMk cId="4132880091" sldId="260"/>
            <ac:grpSpMk id="32" creationId="{9E2F459E-8EB3-985C-3049-33F6B920DE8D}"/>
          </ac:grpSpMkLst>
        </pc:grpChg>
        <pc:grpChg chg="add">
          <ac:chgData name="Roshani Wijesuriya" userId="5f7ddfb4-067b-4538-8d7c-0b19b3d524d7" providerId="ADAL" clId="{C796562E-FC90-460D-B432-EDF507B69CEE}" dt="2024-09-12T18:25:34.882" v="308" actId="26606"/>
          <ac:grpSpMkLst>
            <pc:docMk/>
            <pc:sldMk cId="4132880091" sldId="260"/>
            <ac:grpSpMk id="39" creationId="{6258F736-B256-8039-9DC6-F4E49A5C5AD5}"/>
          </ac:grpSpMkLst>
        </pc:grpChg>
        <pc:graphicFrameChg chg="add del">
          <ac:chgData name="Roshani Wijesuriya" userId="5f7ddfb4-067b-4538-8d7c-0b19b3d524d7" providerId="ADAL" clId="{C796562E-FC90-460D-B432-EDF507B69CEE}" dt="2024-09-12T17:28:00.084" v="112" actId="26606"/>
          <ac:graphicFrameMkLst>
            <pc:docMk/>
            <pc:sldMk cId="4132880091" sldId="260"/>
            <ac:graphicFrameMk id="19" creationId="{63DC3C61-5458-6BE1-61F7-141C7CE22A9F}"/>
          </ac:graphicFrameMkLst>
        </pc:graphicFrameChg>
        <pc:picChg chg="add mod">
          <ac:chgData name="Roshani Wijesuriya" userId="5f7ddfb4-067b-4538-8d7c-0b19b3d524d7" providerId="ADAL" clId="{C796562E-FC90-460D-B432-EDF507B69CEE}" dt="2024-09-12T18:25:39.059" v="309" actId="14100"/>
          <ac:picMkLst>
            <pc:docMk/>
            <pc:sldMk cId="4132880091" sldId="260"/>
            <ac:picMk id="4" creationId="{5E093ED3-8EA9-53F4-A3C8-29E3C29E66BA}"/>
          </ac:picMkLst>
        </pc:picChg>
        <pc:picChg chg="add del">
          <ac:chgData name="Roshani Wijesuriya" userId="5f7ddfb4-067b-4538-8d7c-0b19b3d524d7" providerId="ADAL" clId="{C796562E-FC90-460D-B432-EDF507B69CEE}" dt="2024-09-12T17:28:00.084" v="112" actId="26606"/>
          <ac:picMkLst>
            <pc:docMk/>
            <pc:sldMk cId="4132880091" sldId="260"/>
            <ac:picMk id="20" creationId="{67041AD0-3194-CC43-A227-27CF984FA5A3}"/>
          </ac:picMkLst>
        </pc:picChg>
        <pc:picChg chg="add del mod ord">
          <ac:chgData name="Roshani Wijesuriya" userId="5f7ddfb4-067b-4538-8d7c-0b19b3d524d7" providerId="ADAL" clId="{C796562E-FC90-460D-B432-EDF507B69CEE}" dt="2024-09-12T18:25:31.318" v="307" actId="478"/>
          <ac:picMkLst>
            <pc:docMk/>
            <pc:sldMk cId="4132880091" sldId="260"/>
            <ac:picMk id="26" creationId="{69D38649-B046-CFBE-3F7C-20ED9C925728}"/>
          </ac:picMkLst>
        </pc:picChg>
        <pc:cxnChg chg="add del">
          <ac:chgData name="Roshani Wijesuriya" userId="5f7ddfb4-067b-4538-8d7c-0b19b3d524d7" providerId="ADAL" clId="{C796562E-FC90-460D-B432-EDF507B69CEE}" dt="2024-09-12T17:28:00.095" v="113" actId="26606"/>
          <ac:cxnSpMkLst>
            <pc:docMk/>
            <pc:sldMk cId="4132880091" sldId="260"/>
            <ac:cxnSpMk id="17" creationId="{6CF1BAF6-AD41-4082-B212-8A1F9A2E8779}"/>
          </ac:cxnSpMkLst>
        </pc:cxnChg>
      </pc:sldChg>
      <pc:sldChg chg="addSp delSp modSp mod setBg">
        <pc:chgData name="Roshani Wijesuriya" userId="5f7ddfb4-067b-4538-8d7c-0b19b3d524d7" providerId="ADAL" clId="{C796562E-FC90-460D-B432-EDF507B69CEE}" dt="2024-09-12T17:49:37.754" v="222" actId="404"/>
        <pc:sldMkLst>
          <pc:docMk/>
          <pc:sldMk cId="773227543" sldId="261"/>
        </pc:sldMkLst>
        <pc:spChg chg="mod">
          <ac:chgData name="Roshani Wijesuriya" userId="5f7ddfb4-067b-4538-8d7c-0b19b3d524d7" providerId="ADAL" clId="{C796562E-FC90-460D-B432-EDF507B69CEE}" dt="2024-09-12T17:39:39.434" v="150" actId="404"/>
          <ac:spMkLst>
            <pc:docMk/>
            <pc:sldMk cId="773227543" sldId="261"/>
            <ac:spMk id="2" creationId="{EA6ACC5F-3EF6-4BFE-D6AA-4D509A367C73}"/>
          </ac:spMkLst>
        </pc:spChg>
        <pc:spChg chg="mod">
          <ac:chgData name="Roshani Wijesuriya" userId="5f7ddfb4-067b-4538-8d7c-0b19b3d524d7" providerId="ADAL" clId="{C796562E-FC90-460D-B432-EDF507B69CEE}" dt="2024-09-12T17:49:37.754" v="222" actId="404"/>
          <ac:spMkLst>
            <pc:docMk/>
            <pc:sldMk cId="773227543" sldId="261"/>
            <ac:spMk id="3" creationId="{97F7F51B-6A15-B172-9200-C47AE84946E7}"/>
          </ac:spMkLst>
        </pc:spChg>
        <pc:spChg chg="add">
          <ac:chgData name="Roshani Wijesuriya" userId="5f7ddfb4-067b-4538-8d7c-0b19b3d524d7" providerId="ADAL" clId="{C796562E-FC90-460D-B432-EDF507B69CEE}" dt="2024-09-12T16:18:53.496" v="43"/>
          <ac:spMkLst>
            <pc:docMk/>
            <pc:sldMk cId="773227543" sldId="261"/>
            <ac:spMk id="4" creationId="{C337E851-E4DD-F16C-1EDD-3128E303D69A}"/>
          </ac:spMkLst>
        </pc:spChg>
        <pc:spChg chg="add del">
          <ac:chgData name="Roshani Wijesuriya" userId="5f7ddfb4-067b-4538-8d7c-0b19b3d524d7" providerId="ADAL" clId="{C796562E-FC90-460D-B432-EDF507B69CEE}" dt="2024-09-12T17:31:50.858" v="121" actId="26606"/>
          <ac:spMkLst>
            <pc:docMk/>
            <pc:sldMk cId="773227543" sldId="261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31:50.858" v="121" actId="26606"/>
          <ac:spMkLst>
            <pc:docMk/>
            <pc:sldMk cId="773227543" sldId="261"/>
            <ac:spMk id="15" creationId="{D5B0017B-2ECA-49AF-B397-DC140825DF8D}"/>
          </ac:spMkLst>
        </pc:spChg>
        <pc:spChg chg="add">
          <ac:chgData name="Roshani Wijesuriya" userId="5f7ddfb4-067b-4538-8d7c-0b19b3d524d7" providerId="ADAL" clId="{C796562E-FC90-460D-B432-EDF507B69CEE}" dt="2024-09-12T17:31:50.858" v="121" actId="26606"/>
          <ac:spMkLst>
            <pc:docMk/>
            <pc:sldMk cId="773227543" sldId="261"/>
            <ac:spMk id="23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31:50.858" v="121" actId="26606"/>
          <ac:grpSpMkLst>
            <pc:docMk/>
            <pc:sldMk cId="773227543" sldId="261"/>
            <ac:grpSpMk id="10" creationId="{AE1C45F0-260A-458C-96ED-C1F6D2151219}"/>
          </ac:grpSpMkLst>
        </pc:grpChg>
        <pc:picChg chg="add">
          <ac:chgData name="Roshani Wijesuriya" userId="5f7ddfb4-067b-4538-8d7c-0b19b3d524d7" providerId="ADAL" clId="{C796562E-FC90-460D-B432-EDF507B69CEE}" dt="2024-09-12T17:31:50.858" v="121" actId="26606"/>
          <ac:picMkLst>
            <pc:docMk/>
            <pc:sldMk cId="773227543" sldId="261"/>
            <ac:picMk id="19" creationId="{8ADF4DF6-A883-2B33-8185-29FA531DDF43}"/>
          </ac:picMkLst>
        </pc:picChg>
        <pc:cxnChg chg="add del">
          <ac:chgData name="Roshani Wijesuriya" userId="5f7ddfb4-067b-4538-8d7c-0b19b3d524d7" providerId="ADAL" clId="{C796562E-FC90-460D-B432-EDF507B69CEE}" dt="2024-09-12T17:31:50.858" v="121" actId="26606"/>
          <ac:cxnSpMkLst>
            <pc:docMk/>
            <pc:sldMk cId="773227543" sldId="261"/>
            <ac:cxnSpMk id="17" creationId="{6CF1BAF6-AD41-4082-B212-8A1F9A2E8779}"/>
          </ac:cxnSpMkLst>
        </pc:cxnChg>
      </pc:sldChg>
      <pc:sldChg chg="addSp delSp modSp mod setBg modNotesTx">
        <pc:chgData name="Roshani Wijesuriya" userId="5f7ddfb4-067b-4538-8d7c-0b19b3d524d7" providerId="ADAL" clId="{C796562E-FC90-460D-B432-EDF507B69CEE}" dt="2024-09-13T04:28:33.302" v="514" actId="20577"/>
        <pc:sldMkLst>
          <pc:docMk/>
          <pc:sldMk cId="3708936995" sldId="262"/>
        </pc:sldMkLst>
        <pc:spChg chg="mod">
          <ac:chgData name="Roshani Wijesuriya" userId="5f7ddfb4-067b-4538-8d7c-0b19b3d524d7" providerId="ADAL" clId="{C796562E-FC90-460D-B432-EDF507B69CEE}" dt="2024-09-12T17:38:24.198" v="143" actId="404"/>
          <ac:spMkLst>
            <pc:docMk/>
            <pc:sldMk cId="3708936995" sldId="262"/>
            <ac:spMk id="2" creationId="{124B004E-598F-CE43-492C-3F17A149B7BF}"/>
          </ac:spMkLst>
        </pc:spChg>
        <pc:spChg chg="mod">
          <ac:chgData name="Roshani Wijesuriya" userId="5f7ddfb4-067b-4538-8d7c-0b19b3d524d7" providerId="ADAL" clId="{C796562E-FC90-460D-B432-EDF507B69CEE}" dt="2024-09-12T17:48:39.639" v="217" actId="404"/>
          <ac:spMkLst>
            <pc:docMk/>
            <pc:sldMk cId="3708936995" sldId="262"/>
            <ac:spMk id="3" creationId="{652ED5CD-1F55-C5DD-6482-AA5479BD634F}"/>
          </ac:spMkLst>
        </pc:spChg>
        <pc:spChg chg="add del">
          <ac:chgData name="Roshani Wijesuriya" userId="5f7ddfb4-067b-4538-8d7c-0b19b3d524d7" providerId="ADAL" clId="{C796562E-FC90-460D-B432-EDF507B69CEE}" dt="2024-09-12T17:28:57.819" v="115" actId="26606"/>
          <ac:spMkLst>
            <pc:docMk/>
            <pc:sldMk cId="3708936995" sldId="262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28:57.819" v="115" actId="26606"/>
          <ac:spMkLst>
            <pc:docMk/>
            <pc:sldMk cId="3708936995" sldId="262"/>
            <ac:spMk id="15" creationId="{D5B0017B-2ECA-49AF-B397-DC140825DF8D}"/>
          </ac:spMkLst>
        </pc:spChg>
        <pc:spChg chg="add">
          <ac:chgData name="Roshani Wijesuriya" userId="5f7ddfb4-067b-4538-8d7c-0b19b3d524d7" providerId="ADAL" clId="{C796562E-FC90-460D-B432-EDF507B69CEE}" dt="2024-09-12T17:28:57.819" v="115" actId="26606"/>
          <ac:spMkLst>
            <pc:docMk/>
            <pc:sldMk cId="3708936995" sldId="262"/>
            <ac:spMk id="23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28:57.819" v="115" actId="26606"/>
          <ac:grpSpMkLst>
            <pc:docMk/>
            <pc:sldMk cId="3708936995" sldId="262"/>
            <ac:grpSpMk id="10" creationId="{AE1C45F0-260A-458C-96ED-C1F6D2151219}"/>
          </ac:grpSpMkLst>
        </pc:grpChg>
        <pc:picChg chg="add">
          <ac:chgData name="Roshani Wijesuriya" userId="5f7ddfb4-067b-4538-8d7c-0b19b3d524d7" providerId="ADAL" clId="{C796562E-FC90-460D-B432-EDF507B69CEE}" dt="2024-09-12T17:28:57.819" v="115" actId="26606"/>
          <ac:picMkLst>
            <pc:docMk/>
            <pc:sldMk cId="3708936995" sldId="262"/>
            <ac:picMk id="19" creationId="{E24B2381-D076-2A62-7422-31141ED0B517}"/>
          </ac:picMkLst>
        </pc:picChg>
        <pc:cxnChg chg="add del">
          <ac:chgData name="Roshani Wijesuriya" userId="5f7ddfb4-067b-4538-8d7c-0b19b3d524d7" providerId="ADAL" clId="{C796562E-FC90-460D-B432-EDF507B69CEE}" dt="2024-09-12T17:28:57.819" v="115" actId="26606"/>
          <ac:cxnSpMkLst>
            <pc:docMk/>
            <pc:sldMk cId="3708936995" sldId="262"/>
            <ac:cxnSpMk id="17" creationId="{6CF1BAF6-AD41-4082-B212-8A1F9A2E8779}"/>
          </ac:cxnSpMkLst>
        </pc:cxnChg>
      </pc:sldChg>
      <pc:sldChg chg="addSp delSp modSp mod setBg modNotesTx">
        <pc:chgData name="Roshani Wijesuriya" userId="5f7ddfb4-067b-4538-8d7c-0b19b3d524d7" providerId="ADAL" clId="{C796562E-FC90-460D-B432-EDF507B69CEE}" dt="2024-09-13T04:28:38.653" v="515" actId="20577"/>
        <pc:sldMkLst>
          <pc:docMk/>
          <pc:sldMk cId="1606279767" sldId="263"/>
        </pc:sldMkLst>
        <pc:spChg chg="mod">
          <ac:chgData name="Roshani Wijesuriya" userId="5f7ddfb4-067b-4538-8d7c-0b19b3d524d7" providerId="ADAL" clId="{C796562E-FC90-460D-B432-EDF507B69CEE}" dt="2024-09-12T18:23:23.033" v="301" actId="404"/>
          <ac:spMkLst>
            <pc:docMk/>
            <pc:sldMk cId="1606279767" sldId="263"/>
            <ac:spMk id="2" creationId="{7668384B-7D4F-4A2C-8DC7-21D7D937918E}"/>
          </ac:spMkLst>
        </pc:spChg>
        <pc:spChg chg="mod ord">
          <ac:chgData name="Roshani Wijesuriya" userId="5f7ddfb4-067b-4538-8d7c-0b19b3d524d7" providerId="ADAL" clId="{C796562E-FC90-460D-B432-EDF507B69CEE}" dt="2024-09-12T18:23:28.716" v="302" actId="403"/>
          <ac:spMkLst>
            <pc:docMk/>
            <pc:sldMk cId="1606279767" sldId="263"/>
            <ac:spMk id="3" creationId="{939CEAC0-4BA4-DE59-EA1E-CAF7E1D7A0D4}"/>
          </ac:spMkLst>
        </pc:spChg>
        <pc:spChg chg="add del">
          <ac:chgData name="Roshani Wijesuriya" userId="5f7ddfb4-067b-4538-8d7c-0b19b3d524d7" providerId="ADAL" clId="{C796562E-FC90-460D-B432-EDF507B69CEE}" dt="2024-09-12T17:29:27.282" v="116" actId="26606"/>
          <ac:spMkLst>
            <pc:docMk/>
            <pc:sldMk cId="1606279767" sldId="263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29:27.282" v="116" actId="26606"/>
          <ac:spMkLst>
            <pc:docMk/>
            <pc:sldMk cId="1606279767" sldId="263"/>
            <ac:spMk id="15" creationId="{D5B0017B-2ECA-49AF-B397-DC140825DF8D}"/>
          </ac:spMkLst>
        </pc:spChg>
        <pc:spChg chg="add del">
          <ac:chgData name="Roshani Wijesuriya" userId="5f7ddfb4-067b-4538-8d7c-0b19b3d524d7" providerId="ADAL" clId="{C796562E-FC90-460D-B432-EDF507B69CEE}" dt="2024-09-12T18:22:40.172" v="290" actId="26606"/>
          <ac:spMkLst>
            <pc:docMk/>
            <pc:sldMk cId="1606279767" sldId="263"/>
            <ac:spMk id="23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29:27.282" v="116" actId="26606"/>
          <ac:grpSpMkLst>
            <pc:docMk/>
            <pc:sldMk cId="1606279767" sldId="263"/>
            <ac:grpSpMk id="10" creationId="{AE1C45F0-260A-458C-96ED-C1F6D2151219}"/>
          </ac:grpSpMkLst>
        </pc:grpChg>
        <pc:grpChg chg="add del">
          <ac:chgData name="Roshani Wijesuriya" userId="5f7ddfb4-067b-4538-8d7c-0b19b3d524d7" providerId="ADAL" clId="{C796562E-FC90-460D-B432-EDF507B69CEE}" dt="2024-09-12T18:23:03.428" v="294" actId="26606"/>
          <ac:grpSpMkLst>
            <pc:docMk/>
            <pc:sldMk cId="1606279767" sldId="263"/>
            <ac:grpSpMk id="28" creationId="{923615DC-F5A3-677C-DB79-DA387F11FC43}"/>
          </ac:grpSpMkLst>
        </pc:grpChg>
        <pc:grpChg chg="add del">
          <ac:chgData name="Roshani Wijesuriya" userId="5f7ddfb4-067b-4538-8d7c-0b19b3d524d7" providerId="ADAL" clId="{C796562E-FC90-460D-B432-EDF507B69CEE}" dt="2024-09-12T18:23:03.423" v="293" actId="26606"/>
          <ac:grpSpMkLst>
            <pc:docMk/>
            <pc:sldMk cId="1606279767" sldId="263"/>
            <ac:grpSpMk id="35" creationId="{1FD67D68-9B83-C338-8342-3348D8F22347}"/>
          </ac:grpSpMkLst>
        </pc:grpChg>
        <pc:grpChg chg="add">
          <ac:chgData name="Roshani Wijesuriya" userId="5f7ddfb4-067b-4538-8d7c-0b19b3d524d7" providerId="ADAL" clId="{C796562E-FC90-460D-B432-EDF507B69CEE}" dt="2024-09-12T18:23:03.428" v="294" actId="26606"/>
          <ac:grpSpMkLst>
            <pc:docMk/>
            <pc:sldMk cId="1606279767" sldId="263"/>
            <ac:grpSpMk id="39" creationId="{C54A2A4D-19EF-3552-F383-6AD9587C8AFC}"/>
          </ac:grpSpMkLst>
        </pc:grpChg>
        <pc:picChg chg="add mod ord">
          <ac:chgData name="Roshani Wijesuriya" userId="5f7ddfb4-067b-4538-8d7c-0b19b3d524d7" providerId="ADAL" clId="{C796562E-FC90-460D-B432-EDF507B69CEE}" dt="2024-09-12T18:23:34.370" v="303" actId="14100"/>
          <ac:picMkLst>
            <pc:docMk/>
            <pc:sldMk cId="1606279767" sldId="263"/>
            <ac:picMk id="4" creationId="{66644C2B-DAFD-C767-4C92-A2051B58BB3F}"/>
          </ac:picMkLst>
        </pc:picChg>
        <pc:picChg chg="add del mod ord">
          <ac:chgData name="Roshani Wijesuriya" userId="5f7ddfb4-067b-4538-8d7c-0b19b3d524d7" providerId="ADAL" clId="{C796562E-FC90-460D-B432-EDF507B69CEE}" dt="2024-09-12T18:22:44.698" v="291" actId="478"/>
          <ac:picMkLst>
            <pc:docMk/>
            <pc:sldMk cId="1606279767" sldId="263"/>
            <ac:picMk id="19" creationId="{25403C91-68BE-F91D-F1B4-1951846E079B}"/>
          </ac:picMkLst>
        </pc:picChg>
        <pc:cxnChg chg="add del">
          <ac:chgData name="Roshani Wijesuriya" userId="5f7ddfb4-067b-4538-8d7c-0b19b3d524d7" providerId="ADAL" clId="{C796562E-FC90-460D-B432-EDF507B69CEE}" dt="2024-09-12T17:29:27.282" v="116" actId="26606"/>
          <ac:cxnSpMkLst>
            <pc:docMk/>
            <pc:sldMk cId="1606279767" sldId="263"/>
            <ac:cxnSpMk id="17" creationId="{6CF1BAF6-AD41-4082-B212-8A1F9A2E8779}"/>
          </ac:cxnSpMkLst>
        </pc:cxnChg>
      </pc:sldChg>
      <pc:sldChg chg="addSp delSp modSp del mod setBg">
        <pc:chgData name="Roshani Wijesuriya" userId="5f7ddfb4-067b-4538-8d7c-0b19b3d524d7" providerId="ADAL" clId="{C796562E-FC90-460D-B432-EDF507B69CEE}" dt="2024-09-12T17:41:28.546" v="159" actId="2696"/>
        <pc:sldMkLst>
          <pc:docMk/>
          <pc:sldMk cId="1870777899" sldId="264"/>
        </pc:sldMkLst>
        <pc:spChg chg="mod">
          <ac:chgData name="Roshani Wijesuriya" userId="5f7ddfb4-067b-4538-8d7c-0b19b3d524d7" providerId="ADAL" clId="{C796562E-FC90-460D-B432-EDF507B69CEE}" dt="2024-09-12T17:38:54.602" v="145" actId="404"/>
          <ac:spMkLst>
            <pc:docMk/>
            <pc:sldMk cId="1870777899" sldId="264"/>
            <ac:spMk id="2" creationId="{3E8EC890-F318-C325-B4AC-3E3384F6D5DF}"/>
          </ac:spMkLst>
        </pc:spChg>
        <pc:spChg chg="mod">
          <ac:chgData name="Roshani Wijesuriya" userId="5f7ddfb4-067b-4538-8d7c-0b19b3d524d7" providerId="ADAL" clId="{C796562E-FC90-460D-B432-EDF507B69CEE}" dt="2024-09-12T17:30:20.667" v="117" actId="26606"/>
          <ac:spMkLst>
            <pc:docMk/>
            <pc:sldMk cId="1870777899" sldId="264"/>
            <ac:spMk id="3" creationId="{9BCAC72A-BD20-04C9-72BB-92015C78CD88}"/>
          </ac:spMkLst>
        </pc:spChg>
        <pc:spChg chg="add del">
          <ac:chgData name="Roshani Wijesuriya" userId="5f7ddfb4-067b-4538-8d7c-0b19b3d524d7" providerId="ADAL" clId="{C796562E-FC90-460D-B432-EDF507B69CEE}" dt="2024-09-12T17:30:20.667" v="117" actId="26606"/>
          <ac:spMkLst>
            <pc:docMk/>
            <pc:sldMk cId="1870777899" sldId="264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30:20.667" v="117" actId="26606"/>
          <ac:spMkLst>
            <pc:docMk/>
            <pc:sldMk cId="1870777899" sldId="264"/>
            <ac:spMk id="15" creationId="{D5B0017B-2ECA-49AF-B397-DC140825DF8D}"/>
          </ac:spMkLst>
        </pc:spChg>
        <pc:spChg chg="add">
          <ac:chgData name="Roshani Wijesuriya" userId="5f7ddfb4-067b-4538-8d7c-0b19b3d524d7" providerId="ADAL" clId="{C796562E-FC90-460D-B432-EDF507B69CEE}" dt="2024-09-12T17:30:20.667" v="117" actId="26606"/>
          <ac:spMkLst>
            <pc:docMk/>
            <pc:sldMk cId="1870777899" sldId="264"/>
            <ac:spMk id="23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30:20.667" v="117" actId="26606"/>
          <ac:grpSpMkLst>
            <pc:docMk/>
            <pc:sldMk cId="1870777899" sldId="264"/>
            <ac:grpSpMk id="10" creationId="{AE1C45F0-260A-458C-96ED-C1F6D2151219}"/>
          </ac:grpSpMkLst>
        </pc:grpChg>
        <pc:picChg chg="add">
          <ac:chgData name="Roshani Wijesuriya" userId="5f7ddfb4-067b-4538-8d7c-0b19b3d524d7" providerId="ADAL" clId="{C796562E-FC90-460D-B432-EDF507B69CEE}" dt="2024-09-12T17:30:20.667" v="117" actId="26606"/>
          <ac:picMkLst>
            <pc:docMk/>
            <pc:sldMk cId="1870777899" sldId="264"/>
            <ac:picMk id="19" creationId="{471BDEBA-17B8-FB37-1C24-A55EE802C84B}"/>
          </ac:picMkLst>
        </pc:picChg>
        <pc:cxnChg chg="add del">
          <ac:chgData name="Roshani Wijesuriya" userId="5f7ddfb4-067b-4538-8d7c-0b19b3d524d7" providerId="ADAL" clId="{C796562E-FC90-460D-B432-EDF507B69CEE}" dt="2024-09-12T17:30:20.667" v="117" actId="26606"/>
          <ac:cxnSpMkLst>
            <pc:docMk/>
            <pc:sldMk cId="1870777899" sldId="264"/>
            <ac:cxnSpMk id="17" creationId="{6CF1BAF6-AD41-4082-B212-8A1F9A2E8779}"/>
          </ac:cxnSpMkLst>
        </pc:cxnChg>
      </pc:sldChg>
      <pc:sldChg chg="addSp delSp modSp mod setBg modNotesTx">
        <pc:chgData name="Roshani Wijesuriya" userId="5f7ddfb4-067b-4538-8d7c-0b19b3d524d7" providerId="ADAL" clId="{C796562E-FC90-460D-B432-EDF507B69CEE}" dt="2024-09-13T04:28:44.650" v="517" actId="6549"/>
        <pc:sldMkLst>
          <pc:docMk/>
          <pc:sldMk cId="2799611625" sldId="265"/>
        </pc:sldMkLst>
        <pc:spChg chg="mod">
          <ac:chgData name="Roshani Wijesuriya" userId="5f7ddfb4-067b-4538-8d7c-0b19b3d524d7" providerId="ADAL" clId="{C796562E-FC90-460D-B432-EDF507B69CEE}" dt="2024-09-12T18:19:38.175" v="277" actId="14100"/>
          <ac:spMkLst>
            <pc:docMk/>
            <pc:sldMk cId="2799611625" sldId="265"/>
            <ac:spMk id="2" creationId="{5752DE56-1F5E-9499-7C40-CB048CCFF105}"/>
          </ac:spMkLst>
        </pc:spChg>
        <pc:spChg chg="mod">
          <ac:chgData name="Roshani Wijesuriya" userId="5f7ddfb4-067b-4538-8d7c-0b19b3d524d7" providerId="ADAL" clId="{C796562E-FC90-460D-B432-EDF507B69CEE}" dt="2024-09-12T18:18:55.847" v="267" actId="403"/>
          <ac:spMkLst>
            <pc:docMk/>
            <pc:sldMk cId="2799611625" sldId="265"/>
            <ac:spMk id="3" creationId="{ADC80E28-241F-8FD0-0C50-19A9C23BF08C}"/>
          </ac:spMkLst>
        </pc:spChg>
        <pc:spChg chg="add del">
          <ac:chgData name="Roshani Wijesuriya" userId="5f7ddfb4-067b-4538-8d7c-0b19b3d524d7" providerId="ADAL" clId="{C796562E-FC90-460D-B432-EDF507B69CEE}" dt="2024-09-12T17:30:31.723" v="118" actId="26606"/>
          <ac:spMkLst>
            <pc:docMk/>
            <pc:sldMk cId="2799611625" sldId="265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30:31.723" v="118" actId="26606"/>
          <ac:spMkLst>
            <pc:docMk/>
            <pc:sldMk cId="2799611625" sldId="265"/>
            <ac:spMk id="15" creationId="{D5B0017B-2ECA-49AF-B397-DC140825DF8D}"/>
          </ac:spMkLst>
        </pc:spChg>
        <pc:spChg chg="add del">
          <ac:chgData name="Roshani Wijesuriya" userId="5f7ddfb4-067b-4538-8d7c-0b19b3d524d7" providerId="ADAL" clId="{C796562E-FC90-460D-B432-EDF507B69CEE}" dt="2024-09-12T18:17:49.937" v="262" actId="26606"/>
          <ac:spMkLst>
            <pc:docMk/>
            <pc:sldMk cId="2799611625" sldId="265"/>
            <ac:spMk id="23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8:18:15.919" v="264" actId="26606"/>
          <ac:spMkLst>
            <pc:docMk/>
            <pc:sldMk cId="2799611625" sldId="265"/>
            <ac:spMk id="28" creationId="{AF6CB648-9554-488A-B457-99CAAD1DA528}"/>
          </ac:spMkLst>
        </pc:spChg>
        <pc:spChg chg="add del">
          <ac:chgData name="Roshani Wijesuriya" userId="5f7ddfb4-067b-4538-8d7c-0b19b3d524d7" providerId="ADAL" clId="{C796562E-FC90-460D-B432-EDF507B69CEE}" dt="2024-09-12T18:18:15.919" v="264" actId="26606"/>
          <ac:spMkLst>
            <pc:docMk/>
            <pc:sldMk cId="2799611625" sldId="265"/>
            <ac:spMk id="30" creationId="{477B3D0A-9C0E-8E65-3091-732A717D34B0}"/>
          </ac:spMkLst>
        </pc:spChg>
        <pc:grpChg chg="add del">
          <ac:chgData name="Roshani Wijesuriya" userId="5f7ddfb4-067b-4538-8d7c-0b19b3d524d7" providerId="ADAL" clId="{C796562E-FC90-460D-B432-EDF507B69CEE}" dt="2024-09-12T17:30:31.723" v="118" actId="26606"/>
          <ac:grpSpMkLst>
            <pc:docMk/>
            <pc:sldMk cId="2799611625" sldId="265"/>
            <ac:grpSpMk id="10" creationId="{AE1C45F0-260A-458C-96ED-C1F6D2151219}"/>
          </ac:grpSpMkLst>
        </pc:grpChg>
        <pc:grpChg chg="add">
          <ac:chgData name="Roshani Wijesuriya" userId="5f7ddfb4-067b-4538-8d7c-0b19b3d524d7" providerId="ADAL" clId="{C796562E-FC90-460D-B432-EDF507B69CEE}" dt="2024-09-12T18:18:15.919" v="264" actId="26606"/>
          <ac:grpSpMkLst>
            <pc:docMk/>
            <pc:sldMk cId="2799611625" sldId="265"/>
            <ac:grpSpMk id="35" creationId="{430A7723-91ED-264B-172A-DC8EB7D4604A}"/>
          </ac:grpSpMkLst>
        </pc:grpChg>
        <pc:picChg chg="add mod ord">
          <ac:chgData name="Roshani Wijesuriya" userId="5f7ddfb4-067b-4538-8d7c-0b19b3d524d7" providerId="ADAL" clId="{C796562E-FC90-460D-B432-EDF507B69CEE}" dt="2024-09-12T18:18:48.142" v="266" actId="14100"/>
          <ac:picMkLst>
            <pc:docMk/>
            <pc:sldMk cId="2799611625" sldId="265"/>
            <ac:picMk id="4" creationId="{0AE2836B-65A8-3792-747F-A999F7284226}"/>
          </ac:picMkLst>
        </pc:picChg>
        <pc:picChg chg="add mod">
          <ac:chgData name="Roshani Wijesuriya" userId="5f7ddfb4-067b-4538-8d7c-0b19b3d524d7" providerId="ADAL" clId="{C796562E-FC90-460D-B432-EDF507B69CEE}" dt="2024-09-12T18:18:43.696" v="265" actId="14100"/>
          <ac:picMkLst>
            <pc:docMk/>
            <pc:sldMk cId="2799611625" sldId="265"/>
            <ac:picMk id="5" creationId="{421E3D7C-386E-290A-773A-0FE0E08C4435}"/>
          </ac:picMkLst>
        </pc:picChg>
        <pc:picChg chg="add del mod ord">
          <ac:chgData name="Roshani Wijesuriya" userId="5f7ddfb4-067b-4538-8d7c-0b19b3d524d7" providerId="ADAL" clId="{C796562E-FC90-460D-B432-EDF507B69CEE}" dt="2024-09-12T18:17:52.848" v="263" actId="478"/>
          <ac:picMkLst>
            <pc:docMk/>
            <pc:sldMk cId="2799611625" sldId="265"/>
            <ac:picMk id="19" creationId="{95B18B17-65D6-C09C-3697-B3D04A306EFB}"/>
          </ac:picMkLst>
        </pc:picChg>
        <pc:cxnChg chg="add del">
          <ac:chgData name="Roshani Wijesuriya" userId="5f7ddfb4-067b-4538-8d7c-0b19b3d524d7" providerId="ADAL" clId="{C796562E-FC90-460D-B432-EDF507B69CEE}" dt="2024-09-12T17:30:31.723" v="118" actId="26606"/>
          <ac:cxnSpMkLst>
            <pc:docMk/>
            <pc:sldMk cId="2799611625" sldId="265"/>
            <ac:cxnSpMk id="17" creationId="{6CF1BAF6-AD41-4082-B212-8A1F9A2E8779}"/>
          </ac:cxnSpMkLst>
        </pc:cxnChg>
      </pc:sldChg>
      <pc:sldChg chg="addSp delSp modSp mod setBg modNotesTx">
        <pc:chgData name="Roshani Wijesuriya" userId="5f7ddfb4-067b-4538-8d7c-0b19b3d524d7" providerId="ADAL" clId="{C796562E-FC90-460D-B432-EDF507B69CEE}" dt="2024-09-13T04:28:53.731" v="518" actId="20577"/>
        <pc:sldMkLst>
          <pc:docMk/>
          <pc:sldMk cId="1325730249" sldId="266"/>
        </pc:sldMkLst>
        <pc:spChg chg="mod">
          <ac:chgData name="Roshani Wijesuriya" userId="5f7ddfb4-067b-4538-8d7c-0b19b3d524d7" providerId="ADAL" clId="{C796562E-FC90-460D-B432-EDF507B69CEE}" dt="2024-09-12T18:20:39.868" v="287" actId="14100"/>
          <ac:spMkLst>
            <pc:docMk/>
            <pc:sldMk cId="1325730249" sldId="266"/>
            <ac:spMk id="2" creationId="{55B7D98F-65CD-F0EB-EA20-B907564F63EB}"/>
          </ac:spMkLst>
        </pc:spChg>
        <pc:spChg chg="add del mod">
          <ac:chgData name="Roshani Wijesuriya" userId="5f7ddfb4-067b-4538-8d7c-0b19b3d524d7" providerId="ADAL" clId="{C796562E-FC90-460D-B432-EDF507B69CEE}" dt="2024-09-12T17:17:36.574" v="90" actId="26606"/>
          <ac:spMkLst>
            <pc:docMk/>
            <pc:sldMk cId="1325730249" sldId="266"/>
            <ac:spMk id="3" creationId="{B0FA47F8-0FC7-BB97-8D46-6646FDC92F93}"/>
          </ac:spMkLst>
        </pc:spChg>
        <pc:spChg chg="add">
          <ac:chgData name="Roshani Wijesuriya" userId="5f7ddfb4-067b-4538-8d7c-0b19b3d524d7" providerId="ADAL" clId="{C796562E-FC90-460D-B432-EDF507B69CEE}" dt="2024-09-12T18:05:25.541" v="229"/>
          <ac:spMkLst>
            <pc:docMk/>
            <pc:sldMk cId="1325730249" sldId="266"/>
            <ac:spMk id="4" creationId="{95DAC6A6-2D12-FB0D-A31B-F63472000E20}"/>
          </ac:spMkLst>
        </pc:spChg>
        <pc:spChg chg="add del">
          <ac:chgData name="Roshani Wijesuriya" userId="5f7ddfb4-067b-4538-8d7c-0b19b3d524d7" providerId="ADAL" clId="{C796562E-FC90-460D-B432-EDF507B69CEE}" dt="2024-09-12T17:31:26.446" v="119" actId="26606"/>
          <ac:spMkLst>
            <pc:docMk/>
            <pc:sldMk cId="1325730249" sldId="266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17:36.567" v="89" actId="26606"/>
          <ac:spMkLst>
            <pc:docMk/>
            <pc:sldMk cId="1325730249" sldId="266"/>
            <ac:spMk id="10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7:31:26.446" v="119" actId="26606"/>
          <ac:spMkLst>
            <pc:docMk/>
            <pc:sldMk cId="1325730249" sldId="266"/>
            <ac:spMk id="15" creationId="{D5B0017B-2ECA-49AF-B397-DC140825DF8D}"/>
          </ac:spMkLst>
        </pc:spChg>
        <pc:spChg chg="add mod">
          <ac:chgData name="Roshani Wijesuriya" userId="5f7ddfb4-067b-4538-8d7c-0b19b3d524d7" providerId="ADAL" clId="{C796562E-FC90-460D-B432-EDF507B69CEE}" dt="2024-09-12T18:20:32.085" v="286" actId="403"/>
          <ac:spMkLst>
            <pc:docMk/>
            <pc:sldMk cId="1325730249" sldId="266"/>
            <ac:spMk id="16" creationId="{B0FA47F8-0FC7-BB97-8D46-6646FDC92F93}"/>
          </ac:spMkLst>
        </pc:spChg>
        <pc:spChg chg="add del">
          <ac:chgData name="Roshani Wijesuriya" userId="5f7ddfb4-067b-4538-8d7c-0b19b3d524d7" providerId="ADAL" clId="{C796562E-FC90-460D-B432-EDF507B69CEE}" dt="2024-09-12T18:10:00.618" v="243" actId="26606"/>
          <ac:spMkLst>
            <pc:docMk/>
            <pc:sldMk cId="1325730249" sldId="266"/>
            <ac:spMk id="23" creationId="{B50AB553-2A96-4A92-96F2-93548E096954}"/>
          </ac:spMkLst>
        </pc:spChg>
        <pc:spChg chg="add del">
          <ac:chgData name="Roshani Wijesuriya" userId="5f7ddfb4-067b-4538-8d7c-0b19b3d524d7" providerId="ADAL" clId="{C796562E-FC90-460D-B432-EDF507B69CEE}" dt="2024-09-12T18:11:27" v="245" actId="26606"/>
          <ac:spMkLst>
            <pc:docMk/>
            <pc:sldMk cId="1325730249" sldId="266"/>
            <ac:spMk id="28" creationId="{AF6CB648-9554-488A-B457-99CAAD1DA528}"/>
          </ac:spMkLst>
        </pc:spChg>
        <pc:spChg chg="add del">
          <ac:chgData name="Roshani Wijesuriya" userId="5f7ddfb4-067b-4538-8d7c-0b19b3d524d7" providerId="ADAL" clId="{C796562E-FC90-460D-B432-EDF507B69CEE}" dt="2024-09-12T18:11:27" v="245" actId="26606"/>
          <ac:spMkLst>
            <pc:docMk/>
            <pc:sldMk cId="1325730249" sldId="266"/>
            <ac:spMk id="30" creationId="{477B3D0A-9C0E-8E65-3091-732A717D34B0}"/>
          </ac:spMkLst>
        </pc:spChg>
        <pc:spChg chg="add del">
          <ac:chgData name="Roshani Wijesuriya" userId="5f7ddfb4-067b-4538-8d7c-0b19b3d524d7" providerId="ADAL" clId="{C796562E-FC90-460D-B432-EDF507B69CEE}" dt="2024-09-12T18:19:55.847" v="278" actId="26606"/>
          <ac:spMkLst>
            <pc:docMk/>
            <pc:sldMk cId="1325730249" sldId="266"/>
            <ac:spMk id="35" creationId="{F35DB090-93B5-4581-8D71-BB3839684BFF}"/>
          </ac:spMkLst>
        </pc:spChg>
        <pc:spChg chg="add del">
          <ac:chgData name="Roshani Wijesuriya" userId="5f7ddfb4-067b-4538-8d7c-0b19b3d524d7" providerId="ADAL" clId="{C796562E-FC90-460D-B432-EDF507B69CEE}" dt="2024-09-12T18:19:55.847" v="278" actId="26606"/>
          <ac:spMkLst>
            <pc:docMk/>
            <pc:sldMk cId="1325730249" sldId="266"/>
            <ac:spMk id="37" creationId="{A0DE92DF-4769-4DE9-93FD-EE31271850CA}"/>
          </ac:spMkLst>
        </pc:spChg>
        <pc:grpChg chg="add del">
          <ac:chgData name="Roshani Wijesuriya" userId="5f7ddfb4-067b-4538-8d7c-0b19b3d524d7" providerId="ADAL" clId="{C796562E-FC90-460D-B432-EDF507B69CEE}" dt="2024-09-12T17:31:26.446" v="119" actId="26606"/>
          <ac:grpSpMkLst>
            <pc:docMk/>
            <pc:sldMk cId="1325730249" sldId="266"/>
            <ac:grpSpMk id="14" creationId="{AE1C45F0-260A-458C-96ED-C1F6D2151219}"/>
          </ac:grpSpMkLst>
        </pc:grpChg>
        <pc:grpChg chg="add">
          <ac:chgData name="Roshani Wijesuriya" userId="5f7ddfb4-067b-4538-8d7c-0b19b3d524d7" providerId="ADAL" clId="{C796562E-FC90-460D-B432-EDF507B69CEE}" dt="2024-09-12T18:19:55.847" v="278" actId="26606"/>
          <ac:grpSpMkLst>
            <pc:docMk/>
            <pc:sldMk cId="1325730249" sldId="266"/>
            <ac:grpSpMk id="42" creationId="{430A7723-91ED-264B-172A-DC8EB7D4604A}"/>
          </ac:grpSpMkLst>
        </pc:grpChg>
        <pc:graphicFrameChg chg="add del">
          <ac:chgData name="Roshani Wijesuriya" userId="5f7ddfb4-067b-4538-8d7c-0b19b3d524d7" providerId="ADAL" clId="{C796562E-FC90-460D-B432-EDF507B69CEE}" dt="2024-09-12T17:17:36.567" v="89" actId="26606"/>
          <ac:graphicFrameMkLst>
            <pc:docMk/>
            <pc:sldMk cId="1325730249" sldId="266"/>
            <ac:graphicFrameMk id="5" creationId="{CBB19D00-5CBD-EFD0-B7A4-1B7429706C62}"/>
          </ac:graphicFrameMkLst>
        </pc:graphicFrameChg>
        <pc:picChg chg="add del">
          <ac:chgData name="Roshani Wijesuriya" userId="5f7ddfb4-067b-4538-8d7c-0b19b3d524d7" providerId="ADAL" clId="{C796562E-FC90-460D-B432-EDF507B69CEE}" dt="2024-09-12T17:17:36.567" v="89" actId="26606"/>
          <ac:picMkLst>
            <pc:docMk/>
            <pc:sldMk cId="1325730249" sldId="266"/>
            <ac:picMk id="6" creationId="{D8F4C646-E335-70BB-0592-B44E3BADCC4D}"/>
          </ac:picMkLst>
        </pc:picChg>
        <pc:picChg chg="add del">
          <ac:chgData name="Roshani Wijesuriya" userId="5f7ddfb4-067b-4538-8d7c-0b19b3d524d7" providerId="ADAL" clId="{C796562E-FC90-460D-B432-EDF507B69CEE}" dt="2024-09-12T18:06:13.462" v="231" actId="478"/>
          <ac:picMkLst>
            <pc:docMk/>
            <pc:sldMk cId="1325730249" sldId="266"/>
            <ac:picMk id="7" creationId="{E9829437-9A6B-560E-D63C-0640FBF622E0}"/>
          </ac:picMkLst>
        </pc:picChg>
        <pc:picChg chg="add mod ord">
          <ac:chgData name="Roshani Wijesuriya" userId="5f7ddfb4-067b-4538-8d7c-0b19b3d524d7" providerId="ADAL" clId="{C796562E-FC90-460D-B432-EDF507B69CEE}" dt="2024-09-12T18:19:55.847" v="278" actId="26606"/>
          <ac:picMkLst>
            <pc:docMk/>
            <pc:sldMk cId="1325730249" sldId="266"/>
            <ac:picMk id="9" creationId="{14D6B985-CF46-8198-706E-416103E400C1}"/>
          </ac:picMkLst>
        </pc:picChg>
        <pc:picChg chg="add mod ord">
          <ac:chgData name="Roshani Wijesuriya" userId="5f7ddfb4-067b-4538-8d7c-0b19b3d524d7" providerId="ADAL" clId="{C796562E-FC90-460D-B432-EDF507B69CEE}" dt="2024-09-12T18:19:55.847" v="278" actId="26606"/>
          <ac:picMkLst>
            <pc:docMk/>
            <pc:sldMk cId="1325730249" sldId="266"/>
            <ac:picMk id="18" creationId="{1108EB64-8000-3040-B5C4-0DBE55FB2BFB}"/>
          </ac:picMkLst>
        </pc:picChg>
        <pc:picChg chg="add del mod ord">
          <ac:chgData name="Roshani Wijesuriya" userId="5f7ddfb4-067b-4538-8d7c-0b19b3d524d7" providerId="ADAL" clId="{C796562E-FC90-460D-B432-EDF507B69CEE}" dt="2024-09-12T18:10:08.562" v="244" actId="478"/>
          <ac:picMkLst>
            <pc:docMk/>
            <pc:sldMk cId="1325730249" sldId="266"/>
            <ac:picMk id="19" creationId="{2D773B82-1FAB-0023-4B8B-AC63EEF0E451}"/>
          </ac:picMkLst>
        </pc:picChg>
        <pc:cxnChg chg="add del">
          <ac:chgData name="Roshani Wijesuriya" userId="5f7ddfb4-067b-4538-8d7c-0b19b3d524d7" providerId="ADAL" clId="{C796562E-FC90-460D-B432-EDF507B69CEE}" dt="2024-09-12T17:31:26.446" v="119" actId="26606"/>
          <ac:cxnSpMkLst>
            <pc:docMk/>
            <pc:sldMk cId="1325730249" sldId="266"/>
            <ac:cxnSpMk id="17" creationId="{6CF1BAF6-AD41-4082-B212-8A1F9A2E8779}"/>
          </ac:cxnSpMkLst>
        </pc:cxnChg>
      </pc:sldChg>
      <pc:sldChg chg="addSp delSp modSp new mod setBg modNotesTx">
        <pc:chgData name="Roshani Wijesuriya" userId="5f7ddfb4-067b-4538-8d7c-0b19b3d524d7" providerId="ADAL" clId="{C796562E-FC90-460D-B432-EDF507B69CEE}" dt="2024-09-13T04:28:59.365" v="519" actId="20577"/>
        <pc:sldMkLst>
          <pc:docMk/>
          <pc:sldMk cId="3306562637" sldId="267"/>
        </pc:sldMkLst>
        <pc:spChg chg="mod">
          <ac:chgData name="Roshani Wijesuriya" userId="5f7ddfb4-067b-4538-8d7c-0b19b3d524d7" providerId="ADAL" clId="{C796562E-FC90-460D-B432-EDF507B69CEE}" dt="2024-09-12T17:43:23.172" v="182" actId="14100"/>
          <ac:spMkLst>
            <pc:docMk/>
            <pc:sldMk cId="3306562637" sldId="267"/>
            <ac:spMk id="2" creationId="{CB39CB2A-0F2B-944D-EC0F-BC9C52E0FE44}"/>
          </ac:spMkLst>
        </pc:spChg>
        <pc:spChg chg="add del mod">
          <ac:chgData name="Roshani Wijesuriya" userId="5f7ddfb4-067b-4538-8d7c-0b19b3d524d7" providerId="ADAL" clId="{C796562E-FC90-460D-B432-EDF507B69CEE}" dt="2024-09-12T17:49:26.263" v="221" actId="255"/>
          <ac:spMkLst>
            <pc:docMk/>
            <pc:sldMk cId="3306562637" sldId="267"/>
            <ac:spMk id="3" creationId="{3A3FC63E-508B-CDE0-6FCC-695E610505C4}"/>
          </ac:spMkLst>
        </pc:spChg>
        <pc:spChg chg="add mod">
          <ac:chgData name="Roshani Wijesuriya" userId="5f7ddfb4-067b-4538-8d7c-0b19b3d524d7" providerId="ADAL" clId="{C796562E-FC90-460D-B432-EDF507B69CEE}" dt="2024-09-12T11:30:05.252" v="18"/>
          <ac:spMkLst>
            <pc:docMk/>
            <pc:sldMk cId="3306562637" sldId="267"/>
            <ac:spMk id="4" creationId="{3E671669-C677-31CB-F320-800E844C3161}"/>
          </ac:spMkLst>
        </pc:spChg>
        <pc:spChg chg="add del">
          <ac:chgData name="Roshani Wijesuriya" userId="5f7ddfb4-067b-4538-8d7c-0b19b3d524d7" providerId="ADAL" clId="{C796562E-FC90-460D-B432-EDF507B69CEE}" dt="2024-09-12T17:31:34.781" v="120" actId="26606"/>
          <ac:spMkLst>
            <pc:docMk/>
            <pc:sldMk cId="3306562637" sldId="267"/>
            <ac:spMk id="8" creationId="{B6CDA21F-E7AF-4C75-8395-33F58D5B0E45}"/>
          </ac:spMkLst>
        </pc:spChg>
        <pc:spChg chg="add del">
          <ac:chgData name="Roshani Wijesuriya" userId="5f7ddfb4-067b-4538-8d7c-0b19b3d524d7" providerId="ADAL" clId="{C796562E-FC90-460D-B432-EDF507B69CEE}" dt="2024-09-12T17:31:34.781" v="120" actId="26606"/>
          <ac:spMkLst>
            <pc:docMk/>
            <pc:sldMk cId="3306562637" sldId="267"/>
            <ac:spMk id="15" creationId="{D5B0017B-2ECA-49AF-B397-DC140825DF8D}"/>
          </ac:spMkLst>
        </pc:spChg>
        <pc:spChg chg="add">
          <ac:chgData name="Roshani Wijesuriya" userId="5f7ddfb4-067b-4538-8d7c-0b19b3d524d7" providerId="ADAL" clId="{C796562E-FC90-460D-B432-EDF507B69CEE}" dt="2024-09-12T17:31:34.781" v="120" actId="26606"/>
          <ac:spMkLst>
            <pc:docMk/>
            <pc:sldMk cId="3306562637" sldId="267"/>
            <ac:spMk id="23" creationId="{B50AB553-2A96-4A92-96F2-93548E096954}"/>
          </ac:spMkLst>
        </pc:spChg>
        <pc:grpChg chg="add del">
          <ac:chgData name="Roshani Wijesuriya" userId="5f7ddfb4-067b-4538-8d7c-0b19b3d524d7" providerId="ADAL" clId="{C796562E-FC90-460D-B432-EDF507B69CEE}" dt="2024-09-12T17:31:34.781" v="120" actId="26606"/>
          <ac:grpSpMkLst>
            <pc:docMk/>
            <pc:sldMk cId="3306562637" sldId="267"/>
            <ac:grpSpMk id="10" creationId="{AE1C45F0-260A-458C-96ED-C1F6D2151219}"/>
          </ac:grpSpMkLst>
        </pc:grpChg>
        <pc:picChg chg="add">
          <ac:chgData name="Roshani Wijesuriya" userId="5f7ddfb4-067b-4538-8d7c-0b19b3d524d7" providerId="ADAL" clId="{C796562E-FC90-460D-B432-EDF507B69CEE}" dt="2024-09-12T17:31:34.781" v="120" actId="26606"/>
          <ac:picMkLst>
            <pc:docMk/>
            <pc:sldMk cId="3306562637" sldId="267"/>
            <ac:picMk id="19" creationId="{35035BAC-C5A1-FEEF-0680-AB89244C8A0C}"/>
          </ac:picMkLst>
        </pc:picChg>
        <pc:cxnChg chg="add del">
          <ac:chgData name="Roshani Wijesuriya" userId="5f7ddfb4-067b-4538-8d7c-0b19b3d524d7" providerId="ADAL" clId="{C796562E-FC90-460D-B432-EDF507B69CEE}" dt="2024-09-12T17:31:34.781" v="120" actId="26606"/>
          <ac:cxnSpMkLst>
            <pc:docMk/>
            <pc:sldMk cId="3306562637" sldId="267"/>
            <ac:cxnSpMk id="17" creationId="{6CF1BAF6-AD41-4082-B212-8A1F9A2E8779}"/>
          </ac:cxnSpMkLst>
        </pc:cxnChg>
      </pc:sldChg>
      <pc:sldChg chg="addSp delSp modSp new mod setBg addAnim delAnim">
        <pc:chgData name="Roshani Wijesuriya" userId="5f7ddfb4-067b-4538-8d7c-0b19b3d524d7" providerId="ADAL" clId="{C796562E-FC90-460D-B432-EDF507B69CEE}" dt="2024-09-12T17:50:18.230" v="228" actId="404"/>
        <pc:sldMkLst>
          <pc:docMk/>
          <pc:sldMk cId="844739263" sldId="268"/>
        </pc:sldMkLst>
        <pc:spChg chg="mod">
          <ac:chgData name="Roshani Wijesuriya" userId="5f7ddfb4-067b-4538-8d7c-0b19b3d524d7" providerId="ADAL" clId="{C796562E-FC90-460D-B432-EDF507B69CEE}" dt="2024-09-12T17:50:18.230" v="228" actId="404"/>
          <ac:spMkLst>
            <pc:docMk/>
            <pc:sldMk cId="844739263" sldId="268"/>
            <ac:spMk id="2" creationId="{0BDAD4A3-7EF9-443C-A34B-B61C783273D3}"/>
          </ac:spMkLst>
        </pc:spChg>
        <pc:spChg chg="add del">
          <ac:chgData name="Roshani Wijesuriya" userId="5f7ddfb4-067b-4538-8d7c-0b19b3d524d7" providerId="ADAL" clId="{C796562E-FC90-460D-B432-EDF507B69CEE}" dt="2024-09-12T17:19:24.618" v="95" actId="26606"/>
          <ac:spMkLst>
            <pc:docMk/>
            <pc:sldMk cId="844739263" sldId="268"/>
            <ac:spMk id="7" creationId="{4522B21E-B2B9-4C72-9A71-C87EFD137480}"/>
          </ac:spMkLst>
        </pc:spChg>
        <pc:spChg chg="add del">
          <ac:chgData name="Roshani Wijesuriya" userId="5f7ddfb4-067b-4538-8d7c-0b19b3d524d7" providerId="ADAL" clId="{C796562E-FC90-460D-B432-EDF507B69CEE}" dt="2024-09-12T17:19:24.618" v="95" actId="26606"/>
          <ac:spMkLst>
            <pc:docMk/>
            <pc:sldMk cId="844739263" sldId="268"/>
            <ac:spMk id="9" creationId="{5EB7D2A2-F448-44D4-938C-DC84CBCB3B1E}"/>
          </ac:spMkLst>
        </pc:spChg>
        <pc:spChg chg="add del">
          <ac:chgData name="Roshani Wijesuriya" userId="5f7ddfb4-067b-4538-8d7c-0b19b3d524d7" providerId="ADAL" clId="{C796562E-FC90-460D-B432-EDF507B69CEE}" dt="2024-09-12T17:19:24.618" v="95" actId="26606"/>
          <ac:spMkLst>
            <pc:docMk/>
            <pc:sldMk cId="844739263" sldId="268"/>
            <ac:spMk id="11" creationId="{871AEA07-1E14-44B4-8E55-64EF049CD66F}"/>
          </ac:spMkLst>
        </pc:spChg>
        <pc:spChg chg="add del">
          <ac:chgData name="Roshani Wijesuriya" userId="5f7ddfb4-067b-4538-8d7c-0b19b3d524d7" providerId="ADAL" clId="{C796562E-FC90-460D-B432-EDF507B69CEE}" dt="2024-09-12T17:19:27.945" v="97" actId="26606"/>
          <ac:spMkLst>
            <pc:docMk/>
            <pc:sldMk cId="844739263" sldId="268"/>
            <ac:spMk id="15" creationId="{9095C1F4-AE7F-44E4-8693-40D3D6831140}"/>
          </ac:spMkLst>
        </pc:spChg>
        <pc:spChg chg="add del">
          <ac:chgData name="Roshani Wijesuriya" userId="5f7ddfb4-067b-4538-8d7c-0b19b3d524d7" providerId="ADAL" clId="{C796562E-FC90-460D-B432-EDF507B69CEE}" dt="2024-09-12T17:19:27.945" v="97" actId="26606"/>
          <ac:spMkLst>
            <pc:docMk/>
            <pc:sldMk cId="844739263" sldId="268"/>
            <ac:spMk id="18" creationId="{871AEA07-1E14-44B4-8E55-64EF049CD66F}"/>
          </ac:spMkLst>
        </pc:spChg>
        <pc:spChg chg="add del">
          <ac:chgData name="Roshani Wijesuriya" userId="5f7ddfb4-067b-4538-8d7c-0b19b3d524d7" providerId="ADAL" clId="{C796562E-FC90-460D-B432-EDF507B69CEE}" dt="2024-09-12T17:32:32.740" v="122" actId="26606"/>
          <ac:spMkLst>
            <pc:docMk/>
            <pc:sldMk cId="844739263" sldId="268"/>
            <ac:spMk id="20" creationId="{4522B21E-B2B9-4C72-9A71-C87EFD137480}"/>
          </ac:spMkLst>
        </pc:spChg>
        <pc:spChg chg="add del">
          <ac:chgData name="Roshani Wijesuriya" userId="5f7ddfb4-067b-4538-8d7c-0b19b3d524d7" providerId="ADAL" clId="{C796562E-FC90-460D-B432-EDF507B69CEE}" dt="2024-09-12T17:32:32.740" v="122" actId="26606"/>
          <ac:spMkLst>
            <pc:docMk/>
            <pc:sldMk cId="844739263" sldId="268"/>
            <ac:spMk id="21" creationId="{5EB7D2A2-F448-44D4-938C-DC84CBCB3B1E}"/>
          </ac:spMkLst>
        </pc:spChg>
        <pc:spChg chg="add del">
          <ac:chgData name="Roshani Wijesuriya" userId="5f7ddfb4-067b-4538-8d7c-0b19b3d524d7" providerId="ADAL" clId="{C796562E-FC90-460D-B432-EDF507B69CEE}" dt="2024-09-12T17:32:32.740" v="122" actId="26606"/>
          <ac:spMkLst>
            <pc:docMk/>
            <pc:sldMk cId="844739263" sldId="268"/>
            <ac:spMk id="22" creationId="{871AEA07-1E14-44B4-8E55-64EF049CD66F}"/>
          </ac:spMkLst>
        </pc:spChg>
        <pc:spChg chg="add del">
          <ac:chgData name="Roshani Wijesuriya" userId="5f7ddfb4-067b-4538-8d7c-0b19b3d524d7" providerId="ADAL" clId="{C796562E-FC90-460D-B432-EDF507B69CEE}" dt="2024-09-12T17:50:00.833" v="223" actId="26606"/>
          <ac:spMkLst>
            <pc:docMk/>
            <pc:sldMk cId="844739263" sldId="268"/>
            <ac:spMk id="28" creationId="{83BA1E6A-95DF-4F15-8C28-39B2A6B0E857}"/>
          </ac:spMkLst>
        </pc:spChg>
        <pc:spChg chg="add">
          <ac:chgData name="Roshani Wijesuriya" userId="5f7ddfb4-067b-4538-8d7c-0b19b3d524d7" providerId="ADAL" clId="{C796562E-FC90-460D-B432-EDF507B69CEE}" dt="2024-09-12T17:50:00.833" v="223" actId="26606"/>
          <ac:spMkLst>
            <pc:docMk/>
            <pc:sldMk cId="844739263" sldId="268"/>
            <ac:spMk id="37" creationId="{BAD76F3E-3A97-486B-B402-44400A8B9173}"/>
          </ac:spMkLst>
        </pc:spChg>
        <pc:spChg chg="add">
          <ac:chgData name="Roshani Wijesuriya" userId="5f7ddfb4-067b-4538-8d7c-0b19b3d524d7" providerId="ADAL" clId="{C796562E-FC90-460D-B432-EDF507B69CEE}" dt="2024-09-12T17:50:00.833" v="223" actId="26606"/>
          <ac:spMkLst>
            <pc:docMk/>
            <pc:sldMk cId="844739263" sldId="268"/>
            <ac:spMk id="39" creationId="{391F6B52-91F4-4AEB-B6DB-29FEBCF28C8B}"/>
          </ac:spMkLst>
        </pc:spChg>
        <pc:spChg chg="add">
          <ac:chgData name="Roshani Wijesuriya" userId="5f7ddfb4-067b-4538-8d7c-0b19b3d524d7" providerId="ADAL" clId="{C796562E-FC90-460D-B432-EDF507B69CEE}" dt="2024-09-12T17:50:00.833" v="223" actId="26606"/>
          <ac:spMkLst>
            <pc:docMk/>
            <pc:sldMk cId="844739263" sldId="268"/>
            <ac:spMk id="41" creationId="{2CD6F061-7C53-44F4-9794-953DB70A451B}"/>
          </ac:spMkLst>
        </pc:spChg>
        <pc:grpChg chg="add del">
          <ac:chgData name="Roshani Wijesuriya" userId="5f7ddfb4-067b-4538-8d7c-0b19b3d524d7" providerId="ADAL" clId="{C796562E-FC90-460D-B432-EDF507B69CEE}" dt="2024-09-12T17:19:27.945" v="97" actId="26606"/>
          <ac:grpSpMkLst>
            <pc:docMk/>
            <pc:sldMk cId="844739263" sldId="268"/>
            <ac:grpSpMk id="16" creationId="{8734DDD3-F723-4DD3-8ABE-EC0B2AC87D74}"/>
          </ac:grpSpMkLst>
        </pc:grpChg>
        <pc:grpChg chg="add del">
          <ac:chgData name="Roshani Wijesuriya" userId="5f7ddfb4-067b-4538-8d7c-0b19b3d524d7" providerId="ADAL" clId="{C796562E-FC90-460D-B432-EDF507B69CEE}" dt="2024-09-12T17:50:00.833" v="223" actId="26606"/>
          <ac:grpSpMkLst>
            <pc:docMk/>
            <pc:sldMk cId="844739263" sldId="268"/>
            <ac:grpSpMk id="30" creationId="{B00CFCA9-FC25-4A0A-A9B5-AD218F8CACE7}"/>
          </ac:grpSpMkLst>
        </pc:grpChg>
        <pc:cxnChg chg="add del">
          <ac:chgData name="Roshani Wijesuriya" userId="5f7ddfb4-067b-4538-8d7c-0b19b3d524d7" providerId="ADAL" clId="{C796562E-FC90-460D-B432-EDF507B69CEE}" dt="2024-09-12T17:19:24.618" v="95" actId="26606"/>
          <ac:cxnSpMkLst>
            <pc:docMk/>
            <pc:sldMk cId="844739263" sldId="268"/>
            <ac:cxnSpMk id="13" creationId="{F7C8EA93-3210-4C62-99E9-153C275E3A87}"/>
          </ac:cxnSpMkLst>
        </pc:cxnChg>
        <pc:cxnChg chg="add del">
          <ac:chgData name="Roshani Wijesuriya" userId="5f7ddfb4-067b-4538-8d7c-0b19b3d524d7" providerId="ADAL" clId="{C796562E-FC90-460D-B432-EDF507B69CEE}" dt="2024-09-12T17:32:32.740" v="122" actId="26606"/>
          <ac:cxnSpMkLst>
            <pc:docMk/>
            <pc:sldMk cId="844739263" sldId="268"/>
            <ac:cxnSpMk id="23" creationId="{F7C8EA93-3210-4C62-99E9-153C275E3A87}"/>
          </ac:cxnSpMkLst>
        </pc:cxnChg>
      </pc:sldChg>
      <pc:sldChg chg="delSp modSp new mod">
        <pc:chgData name="Roshani Wijesuriya" userId="5f7ddfb4-067b-4538-8d7c-0b19b3d524d7" providerId="ADAL" clId="{C796562E-FC90-460D-B432-EDF507B69CEE}" dt="2024-09-26T06:43:32.043" v="578" actId="123"/>
        <pc:sldMkLst>
          <pc:docMk/>
          <pc:sldMk cId="4082209190" sldId="269"/>
        </pc:sldMkLst>
        <pc:spChg chg="del">
          <ac:chgData name="Roshani Wijesuriya" userId="5f7ddfb4-067b-4538-8d7c-0b19b3d524d7" providerId="ADAL" clId="{C796562E-FC90-460D-B432-EDF507B69CEE}" dt="2024-09-13T03:24:37.656" v="321" actId="478"/>
          <ac:spMkLst>
            <pc:docMk/>
            <pc:sldMk cId="4082209190" sldId="269"/>
            <ac:spMk id="2" creationId="{DE2F32A1-286F-0413-8CBD-DA4DB437B126}"/>
          </ac:spMkLst>
        </pc:spChg>
        <pc:spChg chg="mod">
          <ac:chgData name="Roshani Wijesuriya" userId="5f7ddfb4-067b-4538-8d7c-0b19b3d524d7" providerId="ADAL" clId="{C796562E-FC90-460D-B432-EDF507B69CEE}" dt="2024-09-26T06:43:32.043" v="578" actId="123"/>
          <ac:spMkLst>
            <pc:docMk/>
            <pc:sldMk cId="4082209190" sldId="269"/>
            <ac:spMk id="3" creationId="{52E8B8DC-A4A5-8AC4-5404-B89B9EC49081}"/>
          </ac:spMkLst>
        </pc:spChg>
      </pc:sldChg>
      <pc:sldChg chg="delSp modSp new del mod">
        <pc:chgData name="Roshani Wijesuriya" userId="5f7ddfb4-067b-4538-8d7c-0b19b3d524d7" providerId="ADAL" clId="{C796562E-FC90-460D-B432-EDF507B69CEE}" dt="2024-09-26T06:43:58.580" v="579" actId="2696"/>
        <pc:sldMkLst>
          <pc:docMk/>
          <pc:sldMk cId="430829558" sldId="270"/>
        </pc:sldMkLst>
        <pc:spChg chg="del">
          <ac:chgData name="Roshani Wijesuriya" userId="5f7ddfb4-067b-4538-8d7c-0b19b3d524d7" providerId="ADAL" clId="{C796562E-FC90-460D-B432-EDF507B69CEE}" dt="2024-09-13T04:30:31.232" v="523" actId="478"/>
          <ac:spMkLst>
            <pc:docMk/>
            <pc:sldMk cId="430829558" sldId="270"/>
            <ac:spMk id="2" creationId="{4BC54C31-5A95-E74A-ECD7-B6293095B7CE}"/>
          </ac:spMkLst>
        </pc:spChg>
        <pc:spChg chg="mod">
          <ac:chgData name="Roshani Wijesuriya" userId="5f7ddfb4-067b-4538-8d7c-0b19b3d524d7" providerId="ADAL" clId="{C796562E-FC90-460D-B432-EDF507B69CEE}" dt="2024-09-13T04:30:46.707" v="577" actId="20577"/>
          <ac:spMkLst>
            <pc:docMk/>
            <pc:sldMk cId="430829558" sldId="270"/>
            <ac:spMk id="3" creationId="{D7B2B754-A1C0-F268-5208-7A3FFEFF49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50054-7CFD-4DBD-A3A0-5373AED54D31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1ABEB-D8F2-45C7-A12C-6CC934D25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48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48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06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19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7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48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1ABEB-D8F2-45C7-A12C-6CC934D257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2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03C6-3DBC-6FB0-7E36-CE39430E8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5B843-FDB3-C990-C36F-DA5D2E2D8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ACC4D-2D55-2A8B-061E-01433AFC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A117F-FD33-C5CA-5D9D-0A3E2648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EAE8F-9115-1E3B-DB27-9ED33B28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6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F711-FE08-8E35-7B2D-CC1FEF20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A64B8-ADD4-60AA-EEFD-6FBCC0BD7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E66D8-0E25-D767-A468-4DC367A3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B2F61-7610-DDA4-DAED-DA56CCEF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A663C-3C1F-2BF5-F0E8-00D6FA42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D1DC-63B2-765F-748B-3CA72E4B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EE59E-3B64-EABC-49D7-E9837471E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D698-0BBB-ECC4-340D-82603545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9AFA2-F834-481F-FC26-D56919E0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4D397-A83F-6CA1-3D97-68D4ED7A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7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3438-AC77-D3C9-4A3A-F2D71725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6C5B-BD1A-679D-EF0C-D1AAAFACA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ACDAD-65D2-26AB-1298-6AEDA597C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EBCFB-A3CE-7C6F-08A4-16EC8D2B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57540-ED18-E465-DD9D-41E87FE1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BA554-0D4B-C732-E757-951441D3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0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294B-AA48-9545-639C-74EBCE63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D63A-99ED-CF67-BCFF-C631E0EC2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513EB-8A02-0F68-10FA-BC27AA4B5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E6D0F-E598-9231-EC13-32B5AF49B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DDDD-34D1-00AB-1F26-7249C3753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D2A84-C4AC-FBBF-03CE-5230D293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6C46F-52CB-C70A-4F0D-AE171880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261FD-924A-B225-738E-A6B05EEE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8900-B64A-EB26-A20E-CD7DE72B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6581A-7848-07BB-91EA-C2A3B6C05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D8287-7145-237A-173A-18EDBDCD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67DB2-D8C5-6E12-9464-224FDFCA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8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239D0-4855-55C7-26D0-B1BF7717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B2217-CBE5-F15D-D248-FE122B03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2F4A-1AA4-79FB-6462-798C9764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4987-279D-E6CD-7E8C-F5AE3A7C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69C1B-803E-CC4E-BC1E-DEF9F2232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B5CCA-CC5B-87C2-7ED1-98F6E2216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4B069-7DF7-B22C-4504-F3318EE4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06FF6-ED76-CF19-D9F5-222F5053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130A-23F9-E376-B878-E2D4B7EB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7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B020-F4DC-CC6E-0660-EF7CB9A1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9A96B-34B6-2A25-7F0D-DD115EE52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63883-B00E-3D8B-EA28-9D6418105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CAE69-D106-038E-AD9E-2AD84525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DE86A-A027-7A73-91E6-ECB6EF0C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E2DC3-5A26-DFB7-18DE-42ECFA0A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7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A7D8-3C96-5B5C-503B-2F27A0AA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AB39A-5538-6BC4-9643-0B4D0EC9C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EA855-1CD6-310B-D5EE-AD217966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69E94-4DE9-88F7-5BCC-0F3F3F98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41B69-DA00-E42C-0299-C2E1A83E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9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D5EF6-9B9C-F4E0-54FE-F4117B160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86FA0-4559-A207-1BC0-CF56FA14D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6BBC8-EC11-4BD4-AFC4-53694C04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56DBE-D427-07D2-EC0C-00AC54ED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0DC63-BA0A-07D2-F648-1549332D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0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BBDE3-018F-72FB-B747-F4B12C97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B4C07-5105-6A83-F2C1-D6B5CF301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B64B1-9B11-870F-6E46-587ADC2CD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5F38F-2089-438D-A222-FE3F23A6C11C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E8A8D-BB40-26F6-A02C-72C3846D2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0199-BE06-67C4-525E-12A2C32AC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01FD3-6C9F-4BF3-9065-625BD832F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7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149C4D5C-C488-29E5-5ED0-C5732D1B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49" r="23298" b="224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DF915-98B8-B274-D4A2-CF777E325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6837219" cy="2306637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Mobile Application Frameworks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42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Mobile device with apps">
            <a:extLst>
              <a:ext uri="{FF2B5EF4-FFF2-40B4-BE49-F238E27FC236}">
                <a16:creationId xmlns:a16="http://schemas.microsoft.com/office/drawing/2014/main" id="{FBB46F2B-57B8-1B4D-95DE-769D4DA8D6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EAFB4-0A81-17C3-5BCE-FCA6AB5C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Mobile Application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1115-B5F8-9396-41E4-5EE598B1B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2139"/>
            <a:ext cx="10515600" cy="380482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application framework is a platform that provides tools and libraries to create apps for mobile devices.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421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Mobile device with apps">
            <a:extLst>
              <a:ext uri="{FF2B5EF4-FFF2-40B4-BE49-F238E27FC236}">
                <a16:creationId xmlns:a16="http://schemas.microsoft.com/office/drawing/2014/main" id="{E031E8DC-05F6-FAB9-0270-A088498C8EA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9608A-795D-B5B3-0D8D-DF043994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29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Mobile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39B9C-29D6-7091-B7F4-64E2F3A8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6"/>
            <a:ext cx="10515600" cy="4984267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Frameworks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specific platforms (iOS or Android), providing full access to device hardware and system features.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iOS SDK for Apple devices, Android SDK for Android devices.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Frameworks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developers to write code once and deploy on multiple platforms, reducing development time.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React Native, Flutter, Xamarin.</a:t>
            </a:r>
          </a:p>
        </p:txBody>
      </p:sp>
    </p:spTree>
    <p:extLst>
      <p:ext uri="{BB962C8B-B14F-4D97-AF65-F5344CB8AC3E}">
        <p14:creationId xmlns:p14="http://schemas.microsoft.com/office/powerpoint/2010/main" val="2760595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bstract background">
            <a:extLst>
              <a:ext uri="{FF2B5EF4-FFF2-40B4-BE49-F238E27FC236}">
                <a16:creationId xmlns:a16="http://schemas.microsoft.com/office/drawing/2014/main" id="{C0290F1D-3DB7-CBDD-481D-9C44BE5DDF3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8AE73-019D-AC53-DE2E-A7AB3FF91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Frameworks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web technologies (HTML, CSS, JavaScript) with native app packaging, enabling apps to run on multiple platforms.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Ionic, PhoneGap</a:t>
            </a:r>
          </a:p>
        </p:txBody>
      </p:sp>
    </p:spTree>
    <p:extLst>
      <p:ext uri="{BB962C8B-B14F-4D97-AF65-F5344CB8AC3E}">
        <p14:creationId xmlns:p14="http://schemas.microsoft.com/office/powerpoint/2010/main" val="3764330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D43A-2F22-826F-7E2C-8F843DCD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251792"/>
            <a:ext cx="5828907" cy="131196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Mobile Application Frameworks?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6E672A5-45E1-2EB1-DB75-AE72F7533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Development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Speed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Device Features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93ED3-8EA9-53F4-A3C8-29E3C29E6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48" r="-2" b="-2"/>
          <a:stretch/>
        </p:blipFill>
        <p:spPr>
          <a:xfrm>
            <a:off x="6599582" y="1087348"/>
            <a:ext cx="4777435" cy="3508756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288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erson watching empty phone">
            <a:extLst>
              <a:ext uri="{FF2B5EF4-FFF2-40B4-BE49-F238E27FC236}">
                <a16:creationId xmlns:a16="http://schemas.microsoft.com/office/drawing/2014/main" id="{E24B2381-D076-2A62-7422-31141ED0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B004E-598F-CE43-492C-3F17A149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Mobile Development (Pre-2007)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D5CD-1F55-C5DD-6482-AA5479BD6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Phones: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Java ME (Java Micro Edition) as one of the earliest frameworks used for developing simple apps like games and messaging apps on feature phones.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Limited functionality, basic UI, and lack of an app marketplace.</a:t>
            </a:r>
          </a:p>
        </p:txBody>
      </p:sp>
    </p:spTree>
    <p:extLst>
      <p:ext uri="{BB962C8B-B14F-4D97-AF65-F5344CB8AC3E}">
        <p14:creationId xmlns:p14="http://schemas.microsoft.com/office/powerpoint/2010/main" val="370893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384B-7D4F-4A2C-8DC7-21D7D937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238539"/>
            <a:ext cx="6305985" cy="1683027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iOS and Android (2007-2008)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EAC0-4BA4-DE59-EA1E-CAF7E1D7A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219307" cy="3537410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iPhone (2007):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introduced the iPhone, and with it came iOS SDK (Software Development Kit), allowing developers to create apps for iOS.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(2008):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launched Android and released its SDK, focusing on open-source and cross-device compatibility.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44C2B-DAFD-C767-4C92-A2051B58BB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3" r="5376" b="2"/>
          <a:stretch/>
        </p:blipFill>
        <p:spPr>
          <a:xfrm>
            <a:off x="8055876" y="2070232"/>
            <a:ext cx="3225606" cy="2051194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627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DE56-1F5E-9499-7C40-CB048CCFF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318053"/>
            <a:ext cx="7273394" cy="1429527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Emergence of Cross-Platform Frameworks (2010-2015)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80E28-241F-8FD0-0C50-19A9C23B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386947" cy="3447832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PhoneGap (2011):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as a way to build mobile apps using web technologies (HTML, CSS, JavaScript) and deploy them on multiple platforms.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Appcelerator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Titanium: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early cross-platform solution allowing native apps using web technologies.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E3D7C-386E-290A-773A-0FE0E08C4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087" y="1905953"/>
            <a:ext cx="3044708" cy="14295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E2836B-65A8-3792-747F-A999F728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948" y="3522519"/>
            <a:ext cx="1698410" cy="163166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430A7723-91ED-264B-172A-DC8EB7D4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1C10FB-A508-9184-DF05-6C4BFC650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16E929D-9D28-E44C-7D82-8A13EB5AE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961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D98F-65CD-F0EB-EA20-B907564F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371062"/>
            <a:ext cx="6690298" cy="122371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and Web-Based Frameworks (2012-2015)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FA47F8-0FC7-BB97-8D46-6646FDC9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386947" cy="3447832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Ionic Framework (2013):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top of AngularJS, allowing for hybrid mobile development using web technologies.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Cordova: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for many hybrid frameworks like Ionic, enabling web apps to be packaged as native apps.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D6B985-CF46-8198-706E-416103E40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606" y="1594773"/>
            <a:ext cx="3899189" cy="17407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08EB64-8000-3040-B5C4-0DBE55FB2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605" y="3522518"/>
            <a:ext cx="3899189" cy="218354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430A7723-91ED-264B-172A-DC8EB7D4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F1C10FB-A508-9184-DF05-6C4BFC650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16E929D-9D28-E44C-7D82-8A13EB5AE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573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erson watching empty phone">
            <a:extLst>
              <a:ext uri="{FF2B5EF4-FFF2-40B4-BE49-F238E27FC236}">
                <a16:creationId xmlns:a16="http://schemas.microsoft.com/office/drawing/2014/main" id="{35035BAC-C5A1-FEEF-0680-AB89244C8A0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9CB2A-0F2B-944D-EC0F-BC9C52E0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02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Towards Modern Frameworks (2015-Present)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FC63E-508B-CDE0-6FCC-695E61050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069"/>
            <a:ext cx="10515600" cy="422889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(2015):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Launched by Facebook, allowing developers to build mobile apps using React and JavaScript.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(2017):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 framework for building cross-platform apps using a single codebase in the Dart language, delivering near-native performance.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Xamarin: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Microsoft framework enabling C# developers to build cross-platform apps with a shared codebase.</a:t>
            </a:r>
          </a:p>
        </p:txBody>
      </p:sp>
    </p:spTree>
    <p:extLst>
      <p:ext uri="{BB962C8B-B14F-4D97-AF65-F5344CB8AC3E}">
        <p14:creationId xmlns:p14="http://schemas.microsoft.com/office/powerpoint/2010/main" val="330656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erson watching empty phone">
            <a:extLst>
              <a:ext uri="{FF2B5EF4-FFF2-40B4-BE49-F238E27FC236}">
                <a16:creationId xmlns:a16="http://schemas.microsoft.com/office/drawing/2014/main" id="{8ADF4DF6-A883-2B33-8185-29FA531DDF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ACC5F-3EF6-4BFE-D6AA-4D509A36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F51B-6A15-B172-9200-C47AE8494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 the evolution from simple frameworks for feature phones to complex, high-performance cross-platform frameworks today.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 how frameworks continue to evolve, enabling faster, more efficient mobile app development.</a:t>
            </a:r>
          </a:p>
        </p:txBody>
      </p:sp>
    </p:spTree>
    <p:extLst>
      <p:ext uri="{BB962C8B-B14F-4D97-AF65-F5344CB8AC3E}">
        <p14:creationId xmlns:p14="http://schemas.microsoft.com/office/powerpoint/2010/main" val="773227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8B8DC-A4A5-8AC4-5404-B89B9EC49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8000"/>
            <a:ext cx="10515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01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startup company wants to develop a cross-platform mobile application that works on both iOS and Android. The app will need to display real-time data, have a responsive user interface, and access device features like the camera and GPS.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You are part of the development team, and your task is to recommend a mobile application framework for this project.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would a cross-platform framework be beneficial for this startup compared to native development for each platform?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that the app needs to access hardware features like the camera and GPS, how important is performance, and which frameworks can provide near-native performance?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between React Native and Flutter. Compare them in terms of: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development.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support and available resources.</a:t>
            </a:r>
          </a:p>
        </p:txBody>
      </p:sp>
    </p:spTree>
    <p:extLst>
      <p:ext uri="{BB962C8B-B14F-4D97-AF65-F5344CB8AC3E}">
        <p14:creationId xmlns:p14="http://schemas.microsoft.com/office/powerpoint/2010/main" val="408220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AD4A3-7EF9-443C-A34B-B61C78327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73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606</Words>
  <Application>Microsoft Office PowerPoint</Application>
  <PresentationFormat>Widescreen</PresentationFormat>
  <Paragraphs>70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History of Mobile Application Frameworks</vt:lpstr>
      <vt:lpstr>Introduction to Mobile Application Frameworks</vt:lpstr>
      <vt:lpstr>Types of Mobile Frameworks</vt:lpstr>
      <vt:lpstr>PowerPoint Presentation</vt:lpstr>
      <vt:lpstr>Why Use Mobile Application Frameworks?</vt:lpstr>
      <vt:lpstr>Early Mobile Development (Pre-2007)</vt:lpstr>
      <vt:lpstr>Introduction of iOS and Android (2007-2008)</vt:lpstr>
      <vt:lpstr>Emergence of Cross-Platform Frameworks (2010-2015)</vt:lpstr>
      <vt:lpstr>Hybrid and Web-Based Frameworks (2012-2015)</vt:lpstr>
      <vt:lpstr>Shift Towards Modern Frameworks (2015-Present)</vt:lpstr>
      <vt:lpstr>Conclusion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Roshani Wijesuriya</dc:creator>
  <cp:lastModifiedBy>Roshani Wijesuriya</cp:lastModifiedBy>
  <cp:revision>1</cp:revision>
  <dcterms:created xsi:type="dcterms:W3CDTF">2024-09-11T16:01:24Z</dcterms:created>
  <dcterms:modified xsi:type="dcterms:W3CDTF">2024-09-26T06:44:09Z</dcterms:modified>
</cp:coreProperties>
</file>